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thin Ishrak" initials="FI" lastIdx="3" clrIdx="0">
    <p:extLst>
      <p:ext uri="{19B8F6BF-5375-455C-9EA6-DF929625EA0E}">
        <p15:presenceInfo xmlns:p15="http://schemas.microsoft.com/office/powerpoint/2012/main" userId="05334299cd4ace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368" autoAdjust="0"/>
    <p:restoredTop sz="94660"/>
  </p:normalViewPr>
  <p:slideViewPr>
    <p:cSldViewPr snapToGrid="0">
      <p:cViewPr varScale="1">
        <p:scale>
          <a:sx n="71" d="100"/>
          <a:sy n="71" d="100"/>
        </p:scale>
        <p:origin x="11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A614B-CEC2-4AD6-92D3-6C1DFE83F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7326B-AEEF-4E29-860C-EB7DF6D41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F5FB4-766E-4161-BC6B-6D363E65E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E217C-7306-4B75-9802-D49D16C3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900DB-2EE0-4C42-B0A5-AD3EF5D9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51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45CD2-5F7C-4FB8-A6AE-72A267EFB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98CEC-94FA-41BB-839F-E63A5FF0D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2F686-11A0-414A-969B-2EA12F852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4B532-B93B-410C-8D50-51C52F331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16312-AE1F-4298-B7CF-61DC1FA4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0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3A56E-8C42-4FCD-A2E7-E76348FEE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73884-B803-4405-864B-3E5B07FA3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92A6-A57D-429C-8AF1-61A68BB1D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19B5C-880F-4DA6-9323-A071F1D8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E7A90-E351-4C7A-BAD0-DA1D9E2B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0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763D-8599-438A-8661-F142C027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65D4-616C-4B57-ACE0-B0D95D33E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89683-F92F-4BC6-8ABA-58E91C199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DFDB1-8979-475C-90AA-B87F33803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79347-1DA6-45DE-88A7-FC00D251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D197B-7DD3-464A-9B07-23CF82BF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9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2D3AD-7F22-48B5-8AAF-606170F2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4CDC2-0F74-408B-86B0-4FFDF5180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28CBD-6667-4364-A4BA-4BFB07C4E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A7110-A88F-4C11-9503-6235C7DA1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3F7C3-C1D3-4C77-A027-ED0CDEDDD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88077-F464-468A-8E24-93DB0673F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0A79C-E472-4B13-BF6E-EFD7A246B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94BD49-E118-4D26-9264-CEE10B9F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7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1D02-CF99-4B95-BD22-442C7521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4970E-862B-4FB3-8D72-99F8376C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F00D8-7CFA-4F81-914E-625AB2F0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8FC43-7443-4FF7-9EBA-84CBE200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8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EB4BE1-A360-43AF-9DE3-15C7AD89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7DBA2C-D00E-460C-BEBA-BFCE77726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C91F7-95FC-4775-8324-030A4BF4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0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4CD1-D283-44B5-AA76-7A6ADDF7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24A0D-899C-4A05-9CC9-1B623AC8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B7B8D-563F-47C6-B631-6D6742678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F680-EB29-498D-8E80-4D1B6CB71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9E096-5F52-4FC0-A8B5-157079D42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A99D9-739A-4F41-8ECD-19781B2E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1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5BFCA-4E13-43E7-BE10-9FEAE922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9E11E-C6CD-4674-AB26-51B3448A7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53A65-A82E-443A-9DB6-7102C3AE1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8D7F2-B971-44BB-A14B-BCB3B6589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D2447-2920-456C-A6AC-59EFD81A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525F8-2DEB-4F75-B093-ED40AE2D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29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8CD09-4916-4F2D-BB23-7F026F077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39869-8E25-4915-AE6C-31A0A35CB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E4887-F398-41E9-AB12-2F58DCBA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2D896-6338-46B8-BE49-5DAAEE708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4DC36-AD1D-45A7-8F42-8341A319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7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60C949-8EA3-4FE6-B6E3-1C54E7798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9C84C-D05A-45A2-951F-800D68EB5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1A7F0-D4AA-46D7-9B1B-5E028530F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31A3F-6861-4CAA-88C8-281A24B2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BBA71-46E8-415C-934E-ADCB9692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4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28639B-EEC1-4650-B1C9-32A0C063C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E3FA5-445F-4A2D-AF2D-EBBBCAC02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0C8D5-00BF-4685-A3E9-F448A5AA8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9D5C7-EEC3-4F1C-8844-C674B820BDB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B0C50-5199-402F-A77E-B7A75B75C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FD4C1-ABB9-413B-B7C3-F75DDDD96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255B8-8D69-4AF8-AE1C-60787F0A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D83987B-C194-4046-9A03-6659CB8C9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10" y="4890851"/>
            <a:ext cx="1064463" cy="1605011"/>
          </a:xfrm>
          <a:prstGeom prst="rect">
            <a:avLst/>
          </a:prstGeom>
          <a:scene3d>
            <a:camera prst="orthographicFront">
              <a:rot lat="0" lon="0" rev="10800000"/>
            </a:camera>
            <a:lightRig rig="threePt" dir="t"/>
          </a:scene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8385FB-1496-4C3A-9F55-17C026548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253" y="677542"/>
            <a:ext cx="1821532" cy="1835490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D6B66C-64C0-4C81-8080-1FCFDE76C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708" y="3092370"/>
            <a:ext cx="1821532" cy="1835490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A2335A-3839-4739-8C44-4EC4DE44A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267" y="430287"/>
            <a:ext cx="906457" cy="1605011"/>
          </a:xfrm>
          <a:prstGeom prst="rect">
            <a:avLst/>
          </a:prstGeom>
          <a:scene3d>
            <a:camera prst="orthographicFront">
              <a:rot lat="0" lon="0" rev="10800000"/>
            </a:camera>
            <a:lightRig rig="threePt" dir="t"/>
          </a:scene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0A3F388-AEBB-4BE7-959E-476774775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049" y="4877992"/>
            <a:ext cx="906457" cy="16050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C65542-D80B-4FBA-8501-43CD8D75C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53" y="1074167"/>
            <a:ext cx="1317103" cy="1920505"/>
          </a:xfrm>
          <a:prstGeom prst="rect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D5D002-C90D-4E58-B1FB-C49B6B23E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52160" y="3141340"/>
            <a:ext cx="1686160" cy="762106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B8F461-6CB2-4D84-8957-2225DE0F2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6147" y="3065521"/>
            <a:ext cx="1686160" cy="762106"/>
          </a:xfrm>
          <a:prstGeom prst="rect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93A1287-F340-4B91-B368-A06A08629D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6483" y="6008190"/>
            <a:ext cx="1686160" cy="762106"/>
          </a:xfrm>
          <a:prstGeom prst="rect">
            <a:avLst/>
          </a:prstGeom>
          <a:scene3d>
            <a:camera prst="orthographicFront">
              <a:rot lat="0" lon="0" rev="10800000"/>
            </a:camera>
            <a:lightRig rig="threePt" dir="t"/>
          </a:scene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AE1F88E-E56C-46D1-ACE4-B082F0EDBA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381" y="56163"/>
            <a:ext cx="1686160" cy="7621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C985835-ABA1-486E-AFAA-1A5738BCB3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009" y="154118"/>
            <a:ext cx="1171739" cy="895475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FFA1418-057F-41C6-816F-E4CE796B36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3315" y="1049593"/>
            <a:ext cx="3387744" cy="2208677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305FDF6-ACEE-489D-A606-4157838530CB}"/>
              </a:ext>
            </a:extLst>
          </p:cNvPr>
          <p:cNvCxnSpPr>
            <a:cxnSpLocks/>
          </p:cNvCxnSpPr>
          <p:nvPr/>
        </p:nvCxnSpPr>
        <p:spPr>
          <a:xfrm flipV="1">
            <a:off x="1074733" y="4807098"/>
            <a:ext cx="0" cy="118756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846DC51-3C10-42FC-A3AF-D974E9DFA04E}"/>
              </a:ext>
            </a:extLst>
          </p:cNvPr>
          <p:cNvCxnSpPr>
            <a:cxnSpLocks/>
          </p:cNvCxnSpPr>
          <p:nvPr/>
        </p:nvCxnSpPr>
        <p:spPr>
          <a:xfrm>
            <a:off x="1081227" y="4812171"/>
            <a:ext cx="427040" cy="237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9F39732-95B7-470C-8240-065B179C8314}"/>
              </a:ext>
            </a:extLst>
          </p:cNvPr>
          <p:cNvCxnSpPr>
            <a:cxnSpLocks/>
          </p:cNvCxnSpPr>
          <p:nvPr/>
        </p:nvCxnSpPr>
        <p:spPr>
          <a:xfrm>
            <a:off x="1501140" y="4812171"/>
            <a:ext cx="0" cy="1977249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00FAC67-A724-453F-9BC6-B192DE46E40D}"/>
              </a:ext>
            </a:extLst>
          </p:cNvPr>
          <p:cNvCxnSpPr>
            <a:cxnSpLocks/>
          </p:cNvCxnSpPr>
          <p:nvPr/>
        </p:nvCxnSpPr>
        <p:spPr>
          <a:xfrm>
            <a:off x="1501140" y="6789420"/>
            <a:ext cx="633476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7369664-7219-4930-B39B-3F9F34B69C47}"/>
              </a:ext>
            </a:extLst>
          </p:cNvPr>
          <p:cNvCxnSpPr>
            <a:cxnSpLocks/>
          </p:cNvCxnSpPr>
          <p:nvPr/>
        </p:nvCxnSpPr>
        <p:spPr>
          <a:xfrm flipV="1">
            <a:off x="7835900" y="5438775"/>
            <a:ext cx="0" cy="1350647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C681236-365E-435A-BA94-4159029127D5}"/>
              </a:ext>
            </a:extLst>
          </p:cNvPr>
          <p:cNvCxnSpPr>
            <a:cxnSpLocks/>
          </p:cNvCxnSpPr>
          <p:nvPr/>
        </p:nvCxnSpPr>
        <p:spPr>
          <a:xfrm flipV="1">
            <a:off x="1143000" y="4845940"/>
            <a:ext cx="0" cy="7883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335F88C-BC31-495F-80EA-D31A55BE6A64}"/>
              </a:ext>
            </a:extLst>
          </p:cNvPr>
          <p:cNvCxnSpPr/>
          <p:nvPr/>
        </p:nvCxnSpPr>
        <p:spPr>
          <a:xfrm>
            <a:off x="1143000" y="4845940"/>
            <a:ext cx="31432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530E8D-6246-41A3-A7D0-91AFFA37BDC7}"/>
              </a:ext>
            </a:extLst>
          </p:cNvPr>
          <p:cNvCxnSpPr>
            <a:cxnSpLocks/>
          </p:cNvCxnSpPr>
          <p:nvPr/>
        </p:nvCxnSpPr>
        <p:spPr>
          <a:xfrm>
            <a:off x="1453351" y="4845940"/>
            <a:ext cx="3974" cy="198110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F85E677-871E-4E9B-8AB0-8645C46DCAF0}"/>
              </a:ext>
            </a:extLst>
          </p:cNvPr>
          <p:cNvCxnSpPr>
            <a:cxnSpLocks/>
          </p:cNvCxnSpPr>
          <p:nvPr/>
        </p:nvCxnSpPr>
        <p:spPr>
          <a:xfrm>
            <a:off x="1453351" y="6827044"/>
            <a:ext cx="644096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51B29DB-E684-4B97-8957-093FDDAA9F05}"/>
              </a:ext>
            </a:extLst>
          </p:cNvPr>
          <p:cNvCxnSpPr>
            <a:cxnSpLocks/>
          </p:cNvCxnSpPr>
          <p:nvPr/>
        </p:nvCxnSpPr>
        <p:spPr>
          <a:xfrm flipV="1">
            <a:off x="7894320" y="5156154"/>
            <a:ext cx="0" cy="1670891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F71E2F51-556B-4FB8-921A-BAB72192D338}"/>
              </a:ext>
            </a:extLst>
          </p:cNvPr>
          <p:cNvCxnSpPr>
            <a:cxnSpLocks/>
          </p:cNvCxnSpPr>
          <p:nvPr/>
        </p:nvCxnSpPr>
        <p:spPr>
          <a:xfrm flipV="1">
            <a:off x="1004888" y="4755454"/>
            <a:ext cx="0" cy="169316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A05C701-3445-4495-8D68-8489F87129E9}"/>
              </a:ext>
            </a:extLst>
          </p:cNvPr>
          <p:cNvCxnSpPr/>
          <p:nvPr/>
        </p:nvCxnSpPr>
        <p:spPr>
          <a:xfrm>
            <a:off x="1004888" y="4755453"/>
            <a:ext cx="55245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DE0285D-9067-4EB7-B162-2CEA6217A867}"/>
              </a:ext>
            </a:extLst>
          </p:cNvPr>
          <p:cNvCxnSpPr>
            <a:cxnSpLocks/>
          </p:cNvCxnSpPr>
          <p:nvPr/>
        </p:nvCxnSpPr>
        <p:spPr>
          <a:xfrm>
            <a:off x="1557338" y="4755453"/>
            <a:ext cx="0" cy="1969123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B5312B9-BA4A-4A77-A718-B29E5960325C}"/>
              </a:ext>
            </a:extLst>
          </p:cNvPr>
          <p:cNvCxnSpPr/>
          <p:nvPr/>
        </p:nvCxnSpPr>
        <p:spPr>
          <a:xfrm>
            <a:off x="1557338" y="6724576"/>
            <a:ext cx="6215062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064559A-3729-4E52-84D7-C58823D1AC52}"/>
              </a:ext>
            </a:extLst>
          </p:cNvPr>
          <p:cNvCxnSpPr>
            <a:cxnSpLocks/>
          </p:cNvCxnSpPr>
          <p:nvPr/>
        </p:nvCxnSpPr>
        <p:spPr>
          <a:xfrm flipV="1">
            <a:off x="7772400" y="5248275"/>
            <a:ext cx="0" cy="147630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6D5771BA-7D73-4CB3-96B3-53BB3A2A65DB}"/>
              </a:ext>
            </a:extLst>
          </p:cNvPr>
          <p:cNvCxnSpPr>
            <a:cxnSpLocks/>
          </p:cNvCxnSpPr>
          <p:nvPr/>
        </p:nvCxnSpPr>
        <p:spPr>
          <a:xfrm flipV="1">
            <a:off x="935426" y="4707740"/>
            <a:ext cx="0" cy="2170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BC2F246-E29F-4361-B419-A5F7A25DB9FB}"/>
              </a:ext>
            </a:extLst>
          </p:cNvPr>
          <p:cNvCxnSpPr/>
          <p:nvPr/>
        </p:nvCxnSpPr>
        <p:spPr>
          <a:xfrm>
            <a:off x="935426" y="4707740"/>
            <a:ext cx="66715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1C48DDE-CB86-4BBA-B5DE-1E570C4C0D12}"/>
              </a:ext>
            </a:extLst>
          </p:cNvPr>
          <p:cNvCxnSpPr>
            <a:cxnSpLocks/>
          </p:cNvCxnSpPr>
          <p:nvPr/>
        </p:nvCxnSpPr>
        <p:spPr>
          <a:xfrm>
            <a:off x="1602581" y="4707740"/>
            <a:ext cx="0" cy="19716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E79DF4F7-3C1C-4F50-AE2C-AE51585AAC4C}"/>
              </a:ext>
            </a:extLst>
          </p:cNvPr>
          <p:cNvCxnSpPr>
            <a:cxnSpLocks/>
          </p:cNvCxnSpPr>
          <p:nvPr/>
        </p:nvCxnSpPr>
        <p:spPr>
          <a:xfrm>
            <a:off x="1602581" y="6673858"/>
            <a:ext cx="61221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A18B02BD-0F18-49D4-91EA-AC768C1EE27A}"/>
              </a:ext>
            </a:extLst>
          </p:cNvPr>
          <p:cNvCxnSpPr>
            <a:cxnSpLocks/>
          </p:cNvCxnSpPr>
          <p:nvPr/>
        </p:nvCxnSpPr>
        <p:spPr>
          <a:xfrm flipV="1">
            <a:off x="7724775" y="5335884"/>
            <a:ext cx="0" cy="133797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F3F1DA66-EC21-4B1D-A3F7-F3CAD075EB72}"/>
              </a:ext>
            </a:extLst>
          </p:cNvPr>
          <p:cNvCxnSpPr>
            <a:cxnSpLocks/>
          </p:cNvCxnSpPr>
          <p:nvPr/>
        </p:nvCxnSpPr>
        <p:spPr>
          <a:xfrm flipV="1">
            <a:off x="799147" y="4638675"/>
            <a:ext cx="0" cy="2843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A0D2B5BB-6168-4204-8517-D11F1191B19D}"/>
              </a:ext>
            </a:extLst>
          </p:cNvPr>
          <p:cNvCxnSpPr/>
          <p:nvPr/>
        </p:nvCxnSpPr>
        <p:spPr>
          <a:xfrm>
            <a:off x="791686" y="4638675"/>
            <a:ext cx="8786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62625FF0-42CC-45A8-9678-C179E7162E97}"/>
              </a:ext>
            </a:extLst>
          </p:cNvPr>
          <p:cNvCxnSpPr/>
          <p:nvPr/>
        </p:nvCxnSpPr>
        <p:spPr>
          <a:xfrm>
            <a:off x="1670377" y="4638675"/>
            <a:ext cx="0" cy="19621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ABBFE9E-4101-4E8F-904F-2A7CFE30378F}"/>
              </a:ext>
            </a:extLst>
          </p:cNvPr>
          <p:cNvCxnSpPr/>
          <p:nvPr/>
        </p:nvCxnSpPr>
        <p:spPr>
          <a:xfrm flipV="1">
            <a:off x="719256" y="4584682"/>
            <a:ext cx="0" cy="341541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C82E80B0-7910-4757-BB0A-7B35E2B9B7EE}"/>
              </a:ext>
            </a:extLst>
          </p:cNvPr>
          <p:cNvCxnSpPr>
            <a:cxnSpLocks/>
          </p:cNvCxnSpPr>
          <p:nvPr/>
        </p:nvCxnSpPr>
        <p:spPr>
          <a:xfrm>
            <a:off x="719256" y="4584682"/>
            <a:ext cx="1023819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330D6404-844F-49E0-B892-668BA279B5C7}"/>
              </a:ext>
            </a:extLst>
          </p:cNvPr>
          <p:cNvCxnSpPr>
            <a:cxnSpLocks/>
          </p:cNvCxnSpPr>
          <p:nvPr/>
        </p:nvCxnSpPr>
        <p:spPr>
          <a:xfrm>
            <a:off x="1743075" y="4584682"/>
            <a:ext cx="0" cy="1974868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7CE032B-D21D-4EEE-A540-A2E6CFCCB657}"/>
              </a:ext>
            </a:extLst>
          </p:cNvPr>
          <p:cNvCxnSpPr>
            <a:cxnSpLocks/>
          </p:cNvCxnSpPr>
          <p:nvPr/>
        </p:nvCxnSpPr>
        <p:spPr>
          <a:xfrm>
            <a:off x="1743075" y="6559550"/>
            <a:ext cx="6211937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6451B9A9-4508-4AE4-A61C-182D7DFB9687}"/>
              </a:ext>
            </a:extLst>
          </p:cNvPr>
          <p:cNvCxnSpPr>
            <a:cxnSpLocks/>
          </p:cNvCxnSpPr>
          <p:nvPr/>
        </p:nvCxnSpPr>
        <p:spPr>
          <a:xfrm flipH="1" flipV="1">
            <a:off x="7945812" y="5052231"/>
            <a:ext cx="3126" cy="1507319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031C1C8B-0564-437B-B4EF-D2D5AEA97792}"/>
              </a:ext>
            </a:extLst>
          </p:cNvPr>
          <p:cNvCxnSpPr>
            <a:cxnSpLocks/>
          </p:cNvCxnSpPr>
          <p:nvPr/>
        </p:nvCxnSpPr>
        <p:spPr>
          <a:xfrm>
            <a:off x="660009" y="4548188"/>
            <a:ext cx="0" cy="3881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53E7F4DA-43D9-4D49-817A-F59D97D62473}"/>
              </a:ext>
            </a:extLst>
          </p:cNvPr>
          <p:cNvCxnSpPr>
            <a:cxnSpLocks/>
          </p:cNvCxnSpPr>
          <p:nvPr/>
        </p:nvCxnSpPr>
        <p:spPr>
          <a:xfrm>
            <a:off x="660009" y="4539619"/>
            <a:ext cx="117831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583D1ECE-EC90-464D-A270-A35F2397BF1F}"/>
              </a:ext>
            </a:extLst>
          </p:cNvPr>
          <p:cNvCxnSpPr>
            <a:cxnSpLocks/>
          </p:cNvCxnSpPr>
          <p:nvPr/>
        </p:nvCxnSpPr>
        <p:spPr>
          <a:xfrm>
            <a:off x="1838325" y="4539619"/>
            <a:ext cx="0" cy="196921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AutoShape 4">
            <a:extLst>
              <a:ext uri="{FF2B5EF4-FFF2-40B4-BE49-F238E27FC236}">
                <a16:creationId xmlns:a16="http://schemas.microsoft.com/office/drawing/2014/main" id="{9B0B2AB6-AE99-45B0-B452-A570BEE775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53" name="Picture 6">
            <a:extLst>
              <a:ext uri="{FF2B5EF4-FFF2-40B4-BE49-F238E27FC236}">
                <a16:creationId xmlns:a16="http://schemas.microsoft.com/office/drawing/2014/main" id="{1A9FEAAB-FCA4-4D0A-B64D-8C396C388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510" y="4737296"/>
            <a:ext cx="1523570" cy="152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94D03ED9-1EE9-4B9F-9215-A023F98ECE9F}"/>
              </a:ext>
            </a:extLst>
          </p:cNvPr>
          <p:cNvCxnSpPr/>
          <p:nvPr/>
        </p:nvCxnSpPr>
        <p:spPr>
          <a:xfrm>
            <a:off x="6419850" y="5740014"/>
            <a:ext cx="0" cy="36868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Connector 1074">
            <a:extLst>
              <a:ext uri="{FF2B5EF4-FFF2-40B4-BE49-F238E27FC236}">
                <a16:creationId xmlns:a16="http://schemas.microsoft.com/office/drawing/2014/main" id="{2581BB01-ED86-4989-8314-9EFE89B24348}"/>
              </a:ext>
            </a:extLst>
          </p:cNvPr>
          <p:cNvCxnSpPr>
            <a:cxnSpLocks/>
          </p:cNvCxnSpPr>
          <p:nvPr/>
        </p:nvCxnSpPr>
        <p:spPr>
          <a:xfrm>
            <a:off x="6547187" y="5856384"/>
            <a:ext cx="3235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708CFD3C-2DA3-4F93-8B15-9B9B000A1B84}"/>
              </a:ext>
            </a:extLst>
          </p:cNvPr>
          <p:cNvCxnSpPr>
            <a:cxnSpLocks/>
          </p:cNvCxnSpPr>
          <p:nvPr/>
        </p:nvCxnSpPr>
        <p:spPr>
          <a:xfrm flipV="1">
            <a:off x="6870700" y="4095996"/>
            <a:ext cx="0" cy="1760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21E2ABC8-3DE7-42BC-B318-ECB77A9FBF8B}"/>
              </a:ext>
            </a:extLst>
          </p:cNvPr>
          <p:cNvCxnSpPr>
            <a:cxnSpLocks/>
          </p:cNvCxnSpPr>
          <p:nvPr/>
        </p:nvCxnSpPr>
        <p:spPr>
          <a:xfrm>
            <a:off x="5575300" y="3630365"/>
            <a:ext cx="0" cy="4656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B16658C8-2166-4E37-951F-86D5FDAA98C4}"/>
              </a:ext>
            </a:extLst>
          </p:cNvPr>
          <p:cNvCxnSpPr>
            <a:cxnSpLocks/>
          </p:cNvCxnSpPr>
          <p:nvPr/>
        </p:nvCxnSpPr>
        <p:spPr>
          <a:xfrm>
            <a:off x="5575300" y="4095996"/>
            <a:ext cx="1295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4B8CEC3F-6849-4650-9A67-DAF5FC2575FB}"/>
              </a:ext>
            </a:extLst>
          </p:cNvPr>
          <p:cNvCxnSpPr/>
          <p:nvPr/>
        </p:nvCxnSpPr>
        <p:spPr>
          <a:xfrm flipV="1">
            <a:off x="6870700" y="4095996"/>
            <a:ext cx="0" cy="30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F548D2B7-6C64-4938-8DCD-C6436DC31448}"/>
              </a:ext>
            </a:extLst>
          </p:cNvPr>
          <p:cNvCxnSpPr>
            <a:cxnSpLocks/>
          </p:cNvCxnSpPr>
          <p:nvPr/>
        </p:nvCxnSpPr>
        <p:spPr>
          <a:xfrm>
            <a:off x="1004888" y="1075166"/>
            <a:ext cx="1381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8E5DAFA7-BBF5-4DBE-9969-1B3684068EBE}"/>
              </a:ext>
            </a:extLst>
          </p:cNvPr>
          <p:cNvCxnSpPr/>
          <p:nvPr/>
        </p:nvCxnSpPr>
        <p:spPr>
          <a:xfrm flipV="1">
            <a:off x="1143000" y="71438"/>
            <a:ext cx="0" cy="10037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Connector 1103">
            <a:extLst>
              <a:ext uri="{FF2B5EF4-FFF2-40B4-BE49-F238E27FC236}">
                <a16:creationId xmlns:a16="http://schemas.microsoft.com/office/drawing/2014/main" id="{3D0F7D21-D032-4B64-BFEA-4077154013A3}"/>
              </a:ext>
            </a:extLst>
          </p:cNvPr>
          <p:cNvCxnSpPr>
            <a:cxnSpLocks/>
          </p:cNvCxnSpPr>
          <p:nvPr/>
        </p:nvCxnSpPr>
        <p:spPr>
          <a:xfrm>
            <a:off x="1143000" y="71438"/>
            <a:ext cx="62865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18BFC212-FC96-4624-A7DF-630D60EE5DD8}"/>
              </a:ext>
            </a:extLst>
          </p:cNvPr>
          <p:cNvCxnSpPr>
            <a:cxnSpLocks/>
          </p:cNvCxnSpPr>
          <p:nvPr/>
        </p:nvCxnSpPr>
        <p:spPr>
          <a:xfrm>
            <a:off x="977440" y="1123950"/>
            <a:ext cx="21794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1115">
            <a:extLst>
              <a:ext uri="{FF2B5EF4-FFF2-40B4-BE49-F238E27FC236}">
                <a16:creationId xmlns:a16="http://schemas.microsoft.com/office/drawing/2014/main" id="{EEC0E197-61FF-4194-BA1F-D9B47DC607F9}"/>
              </a:ext>
            </a:extLst>
          </p:cNvPr>
          <p:cNvCxnSpPr/>
          <p:nvPr/>
        </p:nvCxnSpPr>
        <p:spPr>
          <a:xfrm flipV="1">
            <a:off x="1195388" y="126888"/>
            <a:ext cx="0" cy="99706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Connector 1117">
            <a:extLst>
              <a:ext uri="{FF2B5EF4-FFF2-40B4-BE49-F238E27FC236}">
                <a16:creationId xmlns:a16="http://schemas.microsoft.com/office/drawing/2014/main" id="{DDDB3196-3EF2-4EA1-81A4-5869E532F688}"/>
              </a:ext>
            </a:extLst>
          </p:cNvPr>
          <p:cNvCxnSpPr>
            <a:cxnSpLocks/>
          </p:cNvCxnSpPr>
          <p:nvPr/>
        </p:nvCxnSpPr>
        <p:spPr>
          <a:xfrm>
            <a:off x="1195388" y="126888"/>
            <a:ext cx="6529387" cy="421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Connector 1124">
            <a:extLst>
              <a:ext uri="{FF2B5EF4-FFF2-40B4-BE49-F238E27FC236}">
                <a16:creationId xmlns:a16="http://schemas.microsoft.com/office/drawing/2014/main" id="{D109C400-A2C5-4A6F-8E4A-7DAC641F4BFB}"/>
              </a:ext>
            </a:extLst>
          </p:cNvPr>
          <p:cNvCxnSpPr>
            <a:cxnSpLocks/>
          </p:cNvCxnSpPr>
          <p:nvPr/>
        </p:nvCxnSpPr>
        <p:spPr>
          <a:xfrm flipV="1">
            <a:off x="7724775" y="126888"/>
            <a:ext cx="0" cy="344775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1128">
            <a:extLst>
              <a:ext uri="{FF2B5EF4-FFF2-40B4-BE49-F238E27FC236}">
                <a16:creationId xmlns:a16="http://schemas.microsoft.com/office/drawing/2014/main" id="{FDFC7E5B-9BF9-4F10-B341-1B04FCA266AE}"/>
              </a:ext>
            </a:extLst>
          </p:cNvPr>
          <p:cNvCxnSpPr>
            <a:cxnSpLocks/>
          </p:cNvCxnSpPr>
          <p:nvPr/>
        </p:nvCxnSpPr>
        <p:spPr>
          <a:xfrm>
            <a:off x="935426" y="1168860"/>
            <a:ext cx="313741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Straight Connector 1133">
            <a:extLst>
              <a:ext uri="{FF2B5EF4-FFF2-40B4-BE49-F238E27FC236}">
                <a16:creationId xmlns:a16="http://schemas.microsoft.com/office/drawing/2014/main" id="{D4A87F86-B338-4718-9E77-BF7EC24B903C}"/>
              </a:ext>
            </a:extLst>
          </p:cNvPr>
          <p:cNvCxnSpPr>
            <a:cxnSpLocks/>
          </p:cNvCxnSpPr>
          <p:nvPr/>
        </p:nvCxnSpPr>
        <p:spPr>
          <a:xfrm flipV="1">
            <a:off x="1251713" y="195759"/>
            <a:ext cx="0" cy="973101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Connector 1137">
            <a:extLst>
              <a:ext uri="{FF2B5EF4-FFF2-40B4-BE49-F238E27FC236}">
                <a16:creationId xmlns:a16="http://schemas.microsoft.com/office/drawing/2014/main" id="{00430456-A22B-47E4-87AA-0D7A6A3338D0}"/>
              </a:ext>
            </a:extLst>
          </p:cNvPr>
          <p:cNvCxnSpPr>
            <a:cxnSpLocks/>
          </p:cNvCxnSpPr>
          <p:nvPr/>
        </p:nvCxnSpPr>
        <p:spPr>
          <a:xfrm>
            <a:off x="1249167" y="195759"/>
            <a:ext cx="6413942" cy="2785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Straight Connector 1141">
            <a:extLst>
              <a:ext uri="{FF2B5EF4-FFF2-40B4-BE49-F238E27FC236}">
                <a16:creationId xmlns:a16="http://schemas.microsoft.com/office/drawing/2014/main" id="{C11359DE-4A95-44E5-BD9F-7B616C8DD1F7}"/>
              </a:ext>
            </a:extLst>
          </p:cNvPr>
          <p:cNvCxnSpPr>
            <a:cxnSpLocks/>
          </p:cNvCxnSpPr>
          <p:nvPr/>
        </p:nvCxnSpPr>
        <p:spPr>
          <a:xfrm>
            <a:off x="7658476" y="219633"/>
            <a:ext cx="4633" cy="452276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2" name="Straight Connector 1161">
            <a:extLst>
              <a:ext uri="{FF2B5EF4-FFF2-40B4-BE49-F238E27FC236}">
                <a16:creationId xmlns:a16="http://schemas.microsoft.com/office/drawing/2014/main" id="{223876B5-C4B5-4B6E-9F59-5B4771833928}"/>
              </a:ext>
            </a:extLst>
          </p:cNvPr>
          <p:cNvCxnSpPr>
            <a:cxnSpLocks/>
          </p:cNvCxnSpPr>
          <p:nvPr/>
        </p:nvCxnSpPr>
        <p:spPr>
          <a:xfrm flipV="1">
            <a:off x="2076450" y="570162"/>
            <a:ext cx="0" cy="92251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Straight Connector 1169">
            <a:extLst>
              <a:ext uri="{FF2B5EF4-FFF2-40B4-BE49-F238E27FC236}">
                <a16:creationId xmlns:a16="http://schemas.microsoft.com/office/drawing/2014/main" id="{EF2597AF-449F-463C-82F6-6628040B93E3}"/>
              </a:ext>
            </a:extLst>
          </p:cNvPr>
          <p:cNvCxnSpPr>
            <a:cxnSpLocks/>
          </p:cNvCxnSpPr>
          <p:nvPr/>
        </p:nvCxnSpPr>
        <p:spPr>
          <a:xfrm flipH="1">
            <a:off x="2076450" y="576264"/>
            <a:ext cx="304149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Straight Connector 1181">
            <a:extLst>
              <a:ext uri="{FF2B5EF4-FFF2-40B4-BE49-F238E27FC236}">
                <a16:creationId xmlns:a16="http://schemas.microsoft.com/office/drawing/2014/main" id="{EE6B7BC4-09F4-4C38-BED3-790D67F2F94C}"/>
              </a:ext>
            </a:extLst>
          </p:cNvPr>
          <p:cNvCxnSpPr>
            <a:cxnSpLocks/>
          </p:cNvCxnSpPr>
          <p:nvPr/>
        </p:nvCxnSpPr>
        <p:spPr>
          <a:xfrm flipH="1" flipV="1">
            <a:off x="1953300" y="617548"/>
            <a:ext cx="1" cy="884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>
            <a:extLst>
              <a:ext uri="{FF2B5EF4-FFF2-40B4-BE49-F238E27FC236}">
                <a16:creationId xmlns:a16="http://schemas.microsoft.com/office/drawing/2014/main" id="{6BEBBF79-7A8D-4471-989C-F09428A274BB}"/>
              </a:ext>
            </a:extLst>
          </p:cNvPr>
          <p:cNvCxnSpPr/>
          <p:nvPr/>
        </p:nvCxnSpPr>
        <p:spPr>
          <a:xfrm>
            <a:off x="1953299" y="617548"/>
            <a:ext cx="36302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Straight Connector 1185">
            <a:extLst>
              <a:ext uri="{FF2B5EF4-FFF2-40B4-BE49-F238E27FC236}">
                <a16:creationId xmlns:a16="http://schemas.microsoft.com/office/drawing/2014/main" id="{3FFDB289-4A75-4469-8F8B-733F84A65E0C}"/>
              </a:ext>
            </a:extLst>
          </p:cNvPr>
          <p:cNvCxnSpPr>
            <a:cxnSpLocks/>
          </p:cNvCxnSpPr>
          <p:nvPr/>
        </p:nvCxnSpPr>
        <p:spPr>
          <a:xfrm flipV="1">
            <a:off x="5583500" y="625419"/>
            <a:ext cx="0" cy="568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8" name="Picture 1187">
            <a:extLst>
              <a:ext uri="{FF2B5EF4-FFF2-40B4-BE49-F238E27FC236}">
                <a16:creationId xmlns:a16="http://schemas.microsoft.com/office/drawing/2014/main" id="{9B57A5AA-9B0D-41D1-90D6-571392172E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7006" y="4203610"/>
            <a:ext cx="638963" cy="468843"/>
          </a:xfrm>
          <a:prstGeom prst="rect">
            <a:avLst/>
          </a:prstGeom>
        </p:spPr>
      </p:pic>
      <p:pic>
        <p:nvPicPr>
          <p:cNvPr id="1195" name="Picture 1194">
            <a:extLst>
              <a:ext uri="{FF2B5EF4-FFF2-40B4-BE49-F238E27FC236}">
                <a16:creationId xmlns:a16="http://schemas.microsoft.com/office/drawing/2014/main" id="{272EB9D2-5B32-497C-BA16-412380243E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9245" y="4401584"/>
            <a:ext cx="269246" cy="442810"/>
          </a:xfrm>
          <a:prstGeom prst="rect">
            <a:avLst/>
          </a:prstGeom>
          <a:scene3d>
            <a:camera prst="orthographicFront">
              <a:rot lat="0" lon="0" rev="10800000"/>
            </a:camera>
            <a:lightRig rig="threePt" dir="t"/>
          </a:scene3d>
        </p:spPr>
      </p:pic>
      <p:cxnSp>
        <p:nvCxnSpPr>
          <p:cNvPr id="1197" name="Straight Connector 1196">
            <a:extLst>
              <a:ext uri="{FF2B5EF4-FFF2-40B4-BE49-F238E27FC236}">
                <a16:creationId xmlns:a16="http://schemas.microsoft.com/office/drawing/2014/main" id="{E87FB621-4C4F-4940-96DD-380F018D735E}"/>
              </a:ext>
            </a:extLst>
          </p:cNvPr>
          <p:cNvCxnSpPr/>
          <p:nvPr/>
        </p:nvCxnSpPr>
        <p:spPr>
          <a:xfrm>
            <a:off x="5689245" y="3419475"/>
            <a:ext cx="13462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9" name="Straight Connector 1198">
            <a:extLst>
              <a:ext uri="{FF2B5EF4-FFF2-40B4-BE49-F238E27FC236}">
                <a16:creationId xmlns:a16="http://schemas.microsoft.com/office/drawing/2014/main" id="{BE75DF35-DFEA-46C9-897C-1F06C0F30275}"/>
              </a:ext>
            </a:extLst>
          </p:cNvPr>
          <p:cNvCxnSpPr>
            <a:cxnSpLocks/>
          </p:cNvCxnSpPr>
          <p:nvPr/>
        </p:nvCxnSpPr>
        <p:spPr>
          <a:xfrm>
            <a:off x="5823868" y="3419475"/>
            <a:ext cx="0" cy="104243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Straight Connector 1203">
            <a:extLst>
              <a:ext uri="{FF2B5EF4-FFF2-40B4-BE49-F238E27FC236}">
                <a16:creationId xmlns:a16="http://schemas.microsoft.com/office/drawing/2014/main" id="{ECD3E190-5BC8-4903-B9B3-442B1B8E242D}"/>
              </a:ext>
            </a:extLst>
          </p:cNvPr>
          <p:cNvCxnSpPr/>
          <p:nvPr/>
        </p:nvCxnSpPr>
        <p:spPr>
          <a:xfrm flipH="1">
            <a:off x="6027803" y="4572271"/>
            <a:ext cx="23613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Straight Connector 1207">
            <a:extLst>
              <a:ext uri="{FF2B5EF4-FFF2-40B4-BE49-F238E27FC236}">
                <a16:creationId xmlns:a16="http://schemas.microsoft.com/office/drawing/2014/main" id="{2ACE6D7D-A078-4286-BA6C-247F0444ED49}"/>
              </a:ext>
            </a:extLst>
          </p:cNvPr>
          <p:cNvCxnSpPr>
            <a:cxnSpLocks/>
          </p:cNvCxnSpPr>
          <p:nvPr/>
        </p:nvCxnSpPr>
        <p:spPr>
          <a:xfrm>
            <a:off x="6027803" y="3315060"/>
            <a:ext cx="0" cy="124768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0" name="Straight Connector 1209">
            <a:extLst>
              <a:ext uri="{FF2B5EF4-FFF2-40B4-BE49-F238E27FC236}">
                <a16:creationId xmlns:a16="http://schemas.microsoft.com/office/drawing/2014/main" id="{09B4397E-6188-4A07-9802-6BA05B7860E8}"/>
              </a:ext>
            </a:extLst>
          </p:cNvPr>
          <p:cNvCxnSpPr>
            <a:cxnSpLocks/>
          </p:cNvCxnSpPr>
          <p:nvPr/>
        </p:nvCxnSpPr>
        <p:spPr>
          <a:xfrm flipV="1">
            <a:off x="6297815" y="4620845"/>
            <a:ext cx="623910" cy="214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3" name="Straight Connector 1212">
            <a:extLst>
              <a:ext uri="{FF2B5EF4-FFF2-40B4-BE49-F238E27FC236}">
                <a16:creationId xmlns:a16="http://schemas.microsoft.com/office/drawing/2014/main" id="{3246ECF4-1573-48EC-8A58-97E229911A2B}"/>
              </a:ext>
            </a:extLst>
          </p:cNvPr>
          <p:cNvCxnSpPr>
            <a:cxnSpLocks/>
          </p:cNvCxnSpPr>
          <p:nvPr/>
        </p:nvCxnSpPr>
        <p:spPr>
          <a:xfrm flipH="1" flipV="1">
            <a:off x="6921725" y="3940692"/>
            <a:ext cx="3580" cy="68898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Connector 1216">
            <a:extLst>
              <a:ext uri="{FF2B5EF4-FFF2-40B4-BE49-F238E27FC236}">
                <a16:creationId xmlns:a16="http://schemas.microsoft.com/office/drawing/2014/main" id="{94515494-4DA9-4C10-AA2C-F0ED73741223}"/>
              </a:ext>
            </a:extLst>
          </p:cNvPr>
          <p:cNvCxnSpPr>
            <a:cxnSpLocks/>
          </p:cNvCxnSpPr>
          <p:nvPr/>
        </p:nvCxnSpPr>
        <p:spPr>
          <a:xfrm flipH="1">
            <a:off x="5494020" y="6108700"/>
            <a:ext cx="92583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9" name="Straight Connector 1218">
            <a:extLst>
              <a:ext uri="{FF2B5EF4-FFF2-40B4-BE49-F238E27FC236}">
                <a16:creationId xmlns:a16="http://schemas.microsoft.com/office/drawing/2014/main" id="{A762A639-ACBA-4297-9C54-27F4FFB20907}"/>
              </a:ext>
            </a:extLst>
          </p:cNvPr>
          <p:cNvCxnSpPr/>
          <p:nvPr/>
        </p:nvCxnSpPr>
        <p:spPr>
          <a:xfrm>
            <a:off x="5680712" y="3603283"/>
            <a:ext cx="0" cy="6003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traight Connector 1224">
            <a:extLst>
              <a:ext uri="{FF2B5EF4-FFF2-40B4-BE49-F238E27FC236}">
                <a16:creationId xmlns:a16="http://schemas.microsoft.com/office/drawing/2014/main" id="{D7EEAA47-3B48-44E2-8D50-19D61664F414}"/>
              </a:ext>
            </a:extLst>
          </p:cNvPr>
          <p:cNvCxnSpPr/>
          <p:nvPr/>
        </p:nvCxnSpPr>
        <p:spPr>
          <a:xfrm flipV="1">
            <a:off x="5494020" y="4203609"/>
            <a:ext cx="0" cy="190509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7" name="Straight Connector 1226">
            <a:extLst>
              <a:ext uri="{FF2B5EF4-FFF2-40B4-BE49-F238E27FC236}">
                <a16:creationId xmlns:a16="http://schemas.microsoft.com/office/drawing/2014/main" id="{FDC20835-9B48-4287-9C4E-61DC04C0F7F1}"/>
              </a:ext>
            </a:extLst>
          </p:cNvPr>
          <p:cNvCxnSpPr/>
          <p:nvPr/>
        </p:nvCxnSpPr>
        <p:spPr>
          <a:xfrm>
            <a:off x="5494020" y="4203609"/>
            <a:ext cx="19522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9" name="Straight Connector 1228">
            <a:extLst>
              <a:ext uri="{FF2B5EF4-FFF2-40B4-BE49-F238E27FC236}">
                <a16:creationId xmlns:a16="http://schemas.microsoft.com/office/drawing/2014/main" id="{3E21A720-C387-4FF4-927B-55D6FF6481B0}"/>
              </a:ext>
            </a:extLst>
          </p:cNvPr>
          <p:cNvCxnSpPr>
            <a:cxnSpLocks/>
          </p:cNvCxnSpPr>
          <p:nvPr/>
        </p:nvCxnSpPr>
        <p:spPr>
          <a:xfrm flipH="1" flipV="1">
            <a:off x="5888599" y="2106621"/>
            <a:ext cx="13672" cy="232795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6" name="Straight Connector 1235">
            <a:extLst>
              <a:ext uri="{FF2B5EF4-FFF2-40B4-BE49-F238E27FC236}">
                <a16:creationId xmlns:a16="http://schemas.microsoft.com/office/drawing/2014/main" id="{14EC21DF-4701-4809-9DA4-A2D334EB3947}"/>
              </a:ext>
            </a:extLst>
          </p:cNvPr>
          <p:cNvCxnSpPr>
            <a:cxnSpLocks/>
          </p:cNvCxnSpPr>
          <p:nvPr/>
        </p:nvCxnSpPr>
        <p:spPr>
          <a:xfrm flipH="1">
            <a:off x="4914900" y="2100222"/>
            <a:ext cx="987371" cy="10426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0" name="Picture 479">
            <a:extLst>
              <a:ext uri="{FF2B5EF4-FFF2-40B4-BE49-F238E27FC236}">
                <a16:creationId xmlns:a16="http://schemas.microsoft.com/office/drawing/2014/main" id="{E5109CF2-FE57-476E-88C6-1777FD6D30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9742" y="4423333"/>
            <a:ext cx="2705099" cy="1891778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  <p:cxnSp>
        <p:nvCxnSpPr>
          <p:cNvPr id="1249" name="Straight Connector 1248">
            <a:extLst>
              <a:ext uri="{FF2B5EF4-FFF2-40B4-BE49-F238E27FC236}">
                <a16:creationId xmlns:a16="http://schemas.microsoft.com/office/drawing/2014/main" id="{3343ECAC-5F13-4360-9BA8-B1B40EC0CB96}"/>
              </a:ext>
            </a:extLst>
          </p:cNvPr>
          <p:cNvCxnSpPr>
            <a:cxnSpLocks/>
          </p:cNvCxnSpPr>
          <p:nvPr/>
        </p:nvCxnSpPr>
        <p:spPr>
          <a:xfrm flipH="1">
            <a:off x="7948938" y="5063342"/>
            <a:ext cx="409250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5" name="Straight Connector 1254">
            <a:extLst>
              <a:ext uri="{FF2B5EF4-FFF2-40B4-BE49-F238E27FC236}">
                <a16:creationId xmlns:a16="http://schemas.microsoft.com/office/drawing/2014/main" id="{88683981-EB4A-41AB-8120-FD09EAC4D316}"/>
              </a:ext>
            </a:extLst>
          </p:cNvPr>
          <p:cNvCxnSpPr>
            <a:cxnSpLocks/>
          </p:cNvCxnSpPr>
          <p:nvPr/>
        </p:nvCxnSpPr>
        <p:spPr>
          <a:xfrm>
            <a:off x="1838325" y="6508832"/>
            <a:ext cx="8354881" cy="686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2" name="Straight Connector 1261">
            <a:extLst>
              <a:ext uri="{FF2B5EF4-FFF2-40B4-BE49-F238E27FC236}">
                <a16:creationId xmlns:a16="http://schemas.microsoft.com/office/drawing/2014/main" id="{3D70785C-02C1-45AA-B695-C4B608BE96C2}"/>
              </a:ext>
            </a:extLst>
          </p:cNvPr>
          <p:cNvCxnSpPr>
            <a:cxnSpLocks/>
          </p:cNvCxnSpPr>
          <p:nvPr/>
        </p:nvCxnSpPr>
        <p:spPr>
          <a:xfrm flipV="1">
            <a:off x="10193841" y="5197072"/>
            <a:ext cx="0" cy="131862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>
            <a:extLst>
              <a:ext uri="{FF2B5EF4-FFF2-40B4-BE49-F238E27FC236}">
                <a16:creationId xmlns:a16="http://schemas.microsoft.com/office/drawing/2014/main" id="{F2A39288-BB3F-4EE4-9993-5936DB13C6C4}"/>
              </a:ext>
            </a:extLst>
          </p:cNvPr>
          <p:cNvCxnSpPr>
            <a:cxnSpLocks/>
          </p:cNvCxnSpPr>
          <p:nvPr/>
        </p:nvCxnSpPr>
        <p:spPr>
          <a:xfrm>
            <a:off x="10077450" y="5190209"/>
            <a:ext cx="115756" cy="686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>
            <a:extLst>
              <a:ext uri="{FF2B5EF4-FFF2-40B4-BE49-F238E27FC236}">
                <a16:creationId xmlns:a16="http://schemas.microsoft.com/office/drawing/2014/main" id="{41F205A8-6EBA-4AF1-893A-CFEF672E1AC2}"/>
              </a:ext>
            </a:extLst>
          </p:cNvPr>
          <p:cNvCxnSpPr/>
          <p:nvPr/>
        </p:nvCxnSpPr>
        <p:spPr>
          <a:xfrm flipH="1">
            <a:off x="7894320" y="5156154"/>
            <a:ext cx="463868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>
            <a:extLst>
              <a:ext uri="{FF2B5EF4-FFF2-40B4-BE49-F238E27FC236}">
                <a16:creationId xmlns:a16="http://schemas.microsoft.com/office/drawing/2014/main" id="{816FC47A-A51B-4211-915B-8EB692F0EB6C}"/>
              </a:ext>
            </a:extLst>
          </p:cNvPr>
          <p:cNvCxnSpPr/>
          <p:nvPr/>
        </p:nvCxnSpPr>
        <p:spPr>
          <a:xfrm flipH="1">
            <a:off x="7835900" y="5438775"/>
            <a:ext cx="522288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8" name="Straight Connector 1277">
            <a:extLst>
              <a:ext uri="{FF2B5EF4-FFF2-40B4-BE49-F238E27FC236}">
                <a16:creationId xmlns:a16="http://schemas.microsoft.com/office/drawing/2014/main" id="{E8FB360A-1F09-4084-9208-24D82511E8FD}"/>
              </a:ext>
            </a:extLst>
          </p:cNvPr>
          <p:cNvCxnSpPr/>
          <p:nvPr/>
        </p:nvCxnSpPr>
        <p:spPr>
          <a:xfrm flipH="1">
            <a:off x="7772400" y="5248275"/>
            <a:ext cx="585788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CB7D02CA-C95C-4AFD-A243-07A774696F42}"/>
              </a:ext>
            </a:extLst>
          </p:cNvPr>
          <p:cNvCxnSpPr>
            <a:cxnSpLocks/>
          </p:cNvCxnSpPr>
          <p:nvPr/>
        </p:nvCxnSpPr>
        <p:spPr>
          <a:xfrm flipH="1">
            <a:off x="7724776" y="5335884"/>
            <a:ext cx="63341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25623E63-F434-4B83-8FA8-A5308F98E71E}"/>
              </a:ext>
            </a:extLst>
          </p:cNvPr>
          <p:cNvCxnSpPr>
            <a:cxnSpLocks/>
          </p:cNvCxnSpPr>
          <p:nvPr/>
        </p:nvCxnSpPr>
        <p:spPr>
          <a:xfrm>
            <a:off x="1670377" y="6600825"/>
            <a:ext cx="85658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99F96E4D-2E24-4133-93F5-2328311B4203}"/>
              </a:ext>
            </a:extLst>
          </p:cNvPr>
          <p:cNvCxnSpPr>
            <a:cxnSpLocks/>
          </p:cNvCxnSpPr>
          <p:nvPr/>
        </p:nvCxnSpPr>
        <p:spPr>
          <a:xfrm>
            <a:off x="10077450" y="5010150"/>
            <a:ext cx="1587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11D8A947-2757-42D0-8C85-9A949E91C685}"/>
              </a:ext>
            </a:extLst>
          </p:cNvPr>
          <p:cNvCxnSpPr>
            <a:cxnSpLocks/>
          </p:cNvCxnSpPr>
          <p:nvPr/>
        </p:nvCxnSpPr>
        <p:spPr>
          <a:xfrm flipV="1">
            <a:off x="10236200" y="5010150"/>
            <a:ext cx="0" cy="15906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7E33104-FC52-485B-9DD5-CCCE35317541}"/>
              </a:ext>
            </a:extLst>
          </p:cNvPr>
          <p:cNvCxnSpPr>
            <a:cxnSpLocks/>
          </p:cNvCxnSpPr>
          <p:nvPr/>
        </p:nvCxnSpPr>
        <p:spPr>
          <a:xfrm>
            <a:off x="10077450" y="4823395"/>
            <a:ext cx="1157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27689593-18B8-4D85-89DF-3524C640B6E9}"/>
              </a:ext>
            </a:extLst>
          </p:cNvPr>
          <p:cNvCxnSpPr/>
          <p:nvPr/>
        </p:nvCxnSpPr>
        <p:spPr>
          <a:xfrm flipV="1">
            <a:off x="10193206" y="3940692"/>
            <a:ext cx="0" cy="88270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8D1494B0-66EB-44C8-9DB7-41528FC1DC08}"/>
              </a:ext>
            </a:extLst>
          </p:cNvPr>
          <p:cNvCxnSpPr>
            <a:cxnSpLocks/>
          </p:cNvCxnSpPr>
          <p:nvPr/>
        </p:nvCxnSpPr>
        <p:spPr>
          <a:xfrm flipH="1">
            <a:off x="6921725" y="3940692"/>
            <a:ext cx="327148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Connector 482">
            <a:extLst>
              <a:ext uri="{FF2B5EF4-FFF2-40B4-BE49-F238E27FC236}">
                <a16:creationId xmlns:a16="http://schemas.microsoft.com/office/drawing/2014/main" id="{F6F560E4-5C9B-4BEA-B88E-54A69F796353}"/>
              </a:ext>
            </a:extLst>
          </p:cNvPr>
          <p:cNvCxnSpPr>
            <a:cxnSpLocks/>
          </p:cNvCxnSpPr>
          <p:nvPr/>
        </p:nvCxnSpPr>
        <p:spPr>
          <a:xfrm>
            <a:off x="5669895" y="682309"/>
            <a:ext cx="187975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3BF73D5A-0B08-4514-98FF-D7B79B25FFF6}"/>
              </a:ext>
            </a:extLst>
          </p:cNvPr>
          <p:cNvCxnSpPr/>
          <p:nvPr/>
        </p:nvCxnSpPr>
        <p:spPr>
          <a:xfrm>
            <a:off x="5575300" y="777240"/>
            <a:ext cx="1854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504B626D-131E-481E-9C85-7387259DFB02}"/>
              </a:ext>
            </a:extLst>
          </p:cNvPr>
          <p:cNvCxnSpPr/>
          <p:nvPr/>
        </p:nvCxnSpPr>
        <p:spPr>
          <a:xfrm>
            <a:off x="10083668" y="4898283"/>
            <a:ext cx="2190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996F7670-36D6-417E-90DC-64FD6881EB9C}"/>
              </a:ext>
            </a:extLst>
          </p:cNvPr>
          <p:cNvCxnSpPr>
            <a:cxnSpLocks/>
          </p:cNvCxnSpPr>
          <p:nvPr/>
        </p:nvCxnSpPr>
        <p:spPr>
          <a:xfrm flipV="1">
            <a:off x="10302743" y="3641820"/>
            <a:ext cx="0" cy="12564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3799BE5E-3578-42F0-9341-9127158A030B}"/>
              </a:ext>
            </a:extLst>
          </p:cNvPr>
          <p:cNvCxnSpPr>
            <a:cxnSpLocks/>
          </p:cNvCxnSpPr>
          <p:nvPr/>
        </p:nvCxnSpPr>
        <p:spPr>
          <a:xfrm>
            <a:off x="7410450" y="3635128"/>
            <a:ext cx="2892293" cy="66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EDA5E468-4F15-4134-A439-A0256A9298C5}"/>
              </a:ext>
            </a:extLst>
          </p:cNvPr>
          <p:cNvCxnSpPr>
            <a:cxnSpLocks/>
          </p:cNvCxnSpPr>
          <p:nvPr/>
        </p:nvCxnSpPr>
        <p:spPr>
          <a:xfrm flipH="1" flipV="1">
            <a:off x="7661831" y="4732481"/>
            <a:ext cx="694646" cy="4815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036E01B5-26A7-4000-9D82-DC6A8DFBE8EC}"/>
              </a:ext>
            </a:extLst>
          </p:cNvPr>
          <p:cNvCxnSpPr>
            <a:cxnSpLocks/>
          </p:cNvCxnSpPr>
          <p:nvPr/>
        </p:nvCxnSpPr>
        <p:spPr>
          <a:xfrm flipV="1">
            <a:off x="7410450" y="71438"/>
            <a:ext cx="9525" cy="8240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Straight Connector 1280">
            <a:extLst>
              <a:ext uri="{FF2B5EF4-FFF2-40B4-BE49-F238E27FC236}">
                <a16:creationId xmlns:a16="http://schemas.microsoft.com/office/drawing/2014/main" id="{BE76A992-A6D9-4C93-B76A-532CB992F0F7}"/>
              </a:ext>
            </a:extLst>
          </p:cNvPr>
          <p:cNvCxnSpPr/>
          <p:nvPr/>
        </p:nvCxnSpPr>
        <p:spPr>
          <a:xfrm>
            <a:off x="10077450" y="5100638"/>
            <a:ext cx="2952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3" name="Straight Connector 1282">
            <a:extLst>
              <a:ext uri="{FF2B5EF4-FFF2-40B4-BE49-F238E27FC236}">
                <a16:creationId xmlns:a16="http://schemas.microsoft.com/office/drawing/2014/main" id="{64409959-BBDE-47FA-8BB0-A5954D7BA81F}"/>
              </a:ext>
            </a:extLst>
          </p:cNvPr>
          <p:cNvCxnSpPr>
            <a:cxnSpLocks/>
          </p:cNvCxnSpPr>
          <p:nvPr/>
        </p:nvCxnSpPr>
        <p:spPr>
          <a:xfrm>
            <a:off x="7724775" y="3574644"/>
            <a:ext cx="2647950" cy="675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5" name="Straight Connector 1284">
            <a:extLst>
              <a:ext uri="{FF2B5EF4-FFF2-40B4-BE49-F238E27FC236}">
                <a16:creationId xmlns:a16="http://schemas.microsoft.com/office/drawing/2014/main" id="{9B3096FD-44ED-432E-A44B-201E8CD088C8}"/>
              </a:ext>
            </a:extLst>
          </p:cNvPr>
          <p:cNvCxnSpPr/>
          <p:nvPr/>
        </p:nvCxnSpPr>
        <p:spPr>
          <a:xfrm flipV="1">
            <a:off x="10372725" y="3581400"/>
            <a:ext cx="0" cy="15192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7" name="Picture 586">
            <a:extLst>
              <a:ext uri="{FF2B5EF4-FFF2-40B4-BE49-F238E27FC236}">
                <a16:creationId xmlns:a16="http://schemas.microsoft.com/office/drawing/2014/main" id="{DD906328-B068-4B64-B4FC-C979031B48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91602" y="543151"/>
            <a:ext cx="2705099" cy="1891778"/>
          </a:xfrm>
          <a:prstGeom prst="rect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</p:pic>
      <p:cxnSp>
        <p:nvCxnSpPr>
          <p:cNvPr id="1297" name="Straight Connector 1296">
            <a:extLst>
              <a:ext uri="{FF2B5EF4-FFF2-40B4-BE49-F238E27FC236}">
                <a16:creationId xmlns:a16="http://schemas.microsoft.com/office/drawing/2014/main" id="{3CD46AE8-A822-4B1B-953E-3A08B1D30B8E}"/>
              </a:ext>
            </a:extLst>
          </p:cNvPr>
          <p:cNvCxnSpPr>
            <a:cxnSpLocks/>
          </p:cNvCxnSpPr>
          <p:nvPr/>
        </p:nvCxnSpPr>
        <p:spPr>
          <a:xfrm>
            <a:off x="4914900" y="1680210"/>
            <a:ext cx="210762" cy="43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Straight Connector 1298">
            <a:extLst>
              <a:ext uri="{FF2B5EF4-FFF2-40B4-BE49-F238E27FC236}">
                <a16:creationId xmlns:a16="http://schemas.microsoft.com/office/drawing/2014/main" id="{7C3F221F-0838-4CFD-9581-4E59F61363D1}"/>
              </a:ext>
            </a:extLst>
          </p:cNvPr>
          <p:cNvCxnSpPr>
            <a:cxnSpLocks/>
          </p:cNvCxnSpPr>
          <p:nvPr/>
        </p:nvCxnSpPr>
        <p:spPr>
          <a:xfrm>
            <a:off x="5117947" y="570161"/>
            <a:ext cx="0" cy="11144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8" name="Straight Connector 1307">
            <a:extLst>
              <a:ext uri="{FF2B5EF4-FFF2-40B4-BE49-F238E27FC236}">
                <a16:creationId xmlns:a16="http://schemas.microsoft.com/office/drawing/2014/main" id="{BE0D3F4A-C086-4737-AC48-D8DE7F51BD15}"/>
              </a:ext>
            </a:extLst>
          </p:cNvPr>
          <p:cNvCxnSpPr/>
          <p:nvPr/>
        </p:nvCxnSpPr>
        <p:spPr>
          <a:xfrm>
            <a:off x="4914900" y="1890713"/>
            <a:ext cx="668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1" name="Straight Connector 1310">
            <a:extLst>
              <a:ext uri="{FF2B5EF4-FFF2-40B4-BE49-F238E27FC236}">
                <a16:creationId xmlns:a16="http://schemas.microsoft.com/office/drawing/2014/main" id="{86C2590C-D45A-4219-8E3B-E8558D4DF517}"/>
              </a:ext>
            </a:extLst>
          </p:cNvPr>
          <p:cNvCxnSpPr>
            <a:cxnSpLocks/>
          </p:cNvCxnSpPr>
          <p:nvPr/>
        </p:nvCxnSpPr>
        <p:spPr>
          <a:xfrm>
            <a:off x="5689245" y="3315060"/>
            <a:ext cx="338558" cy="3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8" name="Picture 1317">
            <a:extLst>
              <a:ext uri="{FF2B5EF4-FFF2-40B4-BE49-F238E27FC236}">
                <a16:creationId xmlns:a16="http://schemas.microsoft.com/office/drawing/2014/main" id="{2E5230C3-45CA-413E-B078-FF27311510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0606" y="2576566"/>
            <a:ext cx="463725" cy="375276"/>
          </a:xfrm>
          <a:prstGeom prst="rect">
            <a:avLst/>
          </a:prstGeom>
        </p:spPr>
      </p:pic>
      <p:pic>
        <p:nvPicPr>
          <p:cNvPr id="616" name="Picture 615">
            <a:extLst>
              <a:ext uri="{FF2B5EF4-FFF2-40B4-BE49-F238E27FC236}">
                <a16:creationId xmlns:a16="http://schemas.microsoft.com/office/drawing/2014/main" id="{B495F564-7E1D-48CE-A47A-8DCD14CE96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6158" y="3122997"/>
            <a:ext cx="463725" cy="375276"/>
          </a:xfrm>
          <a:prstGeom prst="rect">
            <a:avLst/>
          </a:prstGeom>
        </p:spPr>
      </p:pic>
      <p:pic>
        <p:nvPicPr>
          <p:cNvPr id="617" name="Picture 616">
            <a:extLst>
              <a:ext uri="{FF2B5EF4-FFF2-40B4-BE49-F238E27FC236}">
                <a16:creationId xmlns:a16="http://schemas.microsoft.com/office/drawing/2014/main" id="{7133D380-E13C-41AE-BFA6-A7AB3F0FC1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0607" y="3672546"/>
            <a:ext cx="463725" cy="375276"/>
          </a:xfrm>
          <a:prstGeom prst="rect">
            <a:avLst/>
          </a:prstGeom>
        </p:spPr>
      </p:pic>
      <p:pic>
        <p:nvPicPr>
          <p:cNvPr id="618" name="Picture 617">
            <a:extLst>
              <a:ext uri="{FF2B5EF4-FFF2-40B4-BE49-F238E27FC236}">
                <a16:creationId xmlns:a16="http://schemas.microsoft.com/office/drawing/2014/main" id="{D121C430-122E-4484-B468-DA519487F8D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7767" y="4228161"/>
            <a:ext cx="463725" cy="375276"/>
          </a:xfrm>
          <a:prstGeom prst="rect">
            <a:avLst/>
          </a:prstGeom>
        </p:spPr>
      </p:pic>
      <p:cxnSp>
        <p:nvCxnSpPr>
          <p:cNvPr id="1320" name="Straight Connector 1319">
            <a:extLst>
              <a:ext uri="{FF2B5EF4-FFF2-40B4-BE49-F238E27FC236}">
                <a16:creationId xmlns:a16="http://schemas.microsoft.com/office/drawing/2014/main" id="{5CEB1A4C-C8FB-4507-807A-D23F8D7DBCA5}"/>
              </a:ext>
            </a:extLst>
          </p:cNvPr>
          <p:cNvCxnSpPr>
            <a:cxnSpLocks/>
          </p:cNvCxnSpPr>
          <p:nvPr/>
        </p:nvCxnSpPr>
        <p:spPr>
          <a:xfrm flipH="1" flipV="1">
            <a:off x="4372610" y="696077"/>
            <a:ext cx="1" cy="19627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2" name="Straight Connector 1321">
            <a:extLst>
              <a:ext uri="{FF2B5EF4-FFF2-40B4-BE49-F238E27FC236}">
                <a16:creationId xmlns:a16="http://schemas.microsoft.com/office/drawing/2014/main" id="{619EC214-4083-483D-B661-073EE19EBBDD}"/>
              </a:ext>
            </a:extLst>
          </p:cNvPr>
          <p:cNvCxnSpPr>
            <a:cxnSpLocks/>
          </p:cNvCxnSpPr>
          <p:nvPr/>
        </p:nvCxnSpPr>
        <p:spPr>
          <a:xfrm flipH="1">
            <a:off x="3253740" y="701624"/>
            <a:ext cx="1112521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4" name="Straight Connector 1323">
            <a:extLst>
              <a:ext uri="{FF2B5EF4-FFF2-40B4-BE49-F238E27FC236}">
                <a16:creationId xmlns:a16="http://schemas.microsoft.com/office/drawing/2014/main" id="{010685CB-25E7-4AE8-B0DA-320389E3A051}"/>
              </a:ext>
            </a:extLst>
          </p:cNvPr>
          <p:cNvCxnSpPr>
            <a:cxnSpLocks/>
          </p:cNvCxnSpPr>
          <p:nvPr/>
        </p:nvCxnSpPr>
        <p:spPr>
          <a:xfrm>
            <a:off x="3253740" y="701624"/>
            <a:ext cx="0" cy="1569136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7" name="Straight Connector 1326">
            <a:extLst>
              <a:ext uri="{FF2B5EF4-FFF2-40B4-BE49-F238E27FC236}">
                <a16:creationId xmlns:a16="http://schemas.microsoft.com/office/drawing/2014/main" id="{916222EF-983A-4E97-BE87-8AAF7D9450C9}"/>
              </a:ext>
            </a:extLst>
          </p:cNvPr>
          <p:cNvCxnSpPr>
            <a:cxnSpLocks/>
          </p:cNvCxnSpPr>
          <p:nvPr/>
        </p:nvCxnSpPr>
        <p:spPr>
          <a:xfrm flipH="1">
            <a:off x="2480934" y="2883262"/>
            <a:ext cx="164479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1" name="Straight Connector 1330">
            <a:extLst>
              <a:ext uri="{FF2B5EF4-FFF2-40B4-BE49-F238E27FC236}">
                <a16:creationId xmlns:a16="http://schemas.microsoft.com/office/drawing/2014/main" id="{33172938-FDA3-46F2-9C3B-A01095743BC3}"/>
              </a:ext>
            </a:extLst>
          </p:cNvPr>
          <p:cNvCxnSpPr>
            <a:cxnSpLocks/>
          </p:cNvCxnSpPr>
          <p:nvPr/>
        </p:nvCxnSpPr>
        <p:spPr>
          <a:xfrm flipH="1">
            <a:off x="2480934" y="2270760"/>
            <a:ext cx="77280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3" name="Straight Connector 1332">
            <a:extLst>
              <a:ext uri="{FF2B5EF4-FFF2-40B4-BE49-F238E27FC236}">
                <a16:creationId xmlns:a16="http://schemas.microsoft.com/office/drawing/2014/main" id="{FDDB20A4-025D-41A0-B233-905127DBCB1C}"/>
              </a:ext>
            </a:extLst>
          </p:cNvPr>
          <p:cNvCxnSpPr>
            <a:cxnSpLocks/>
          </p:cNvCxnSpPr>
          <p:nvPr/>
        </p:nvCxnSpPr>
        <p:spPr>
          <a:xfrm flipV="1">
            <a:off x="2480934" y="2270760"/>
            <a:ext cx="0" cy="612502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1" name="Straight Connector 1340">
            <a:extLst>
              <a:ext uri="{FF2B5EF4-FFF2-40B4-BE49-F238E27FC236}">
                <a16:creationId xmlns:a16="http://schemas.microsoft.com/office/drawing/2014/main" id="{B0BD6B71-AC55-4F9A-8B53-5F3EFCA885C1}"/>
              </a:ext>
            </a:extLst>
          </p:cNvPr>
          <p:cNvCxnSpPr>
            <a:cxnSpLocks/>
          </p:cNvCxnSpPr>
          <p:nvPr/>
        </p:nvCxnSpPr>
        <p:spPr>
          <a:xfrm>
            <a:off x="2785809" y="2928982"/>
            <a:ext cx="1610931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3" name="Straight Connector 1342">
            <a:extLst>
              <a:ext uri="{FF2B5EF4-FFF2-40B4-BE49-F238E27FC236}">
                <a16:creationId xmlns:a16="http://schemas.microsoft.com/office/drawing/2014/main" id="{AFBB4959-64C8-4127-9066-AB16A605A403}"/>
              </a:ext>
            </a:extLst>
          </p:cNvPr>
          <p:cNvCxnSpPr>
            <a:cxnSpLocks/>
          </p:cNvCxnSpPr>
          <p:nvPr/>
        </p:nvCxnSpPr>
        <p:spPr>
          <a:xfrm flipV="1">
            <a:off x="4396740" y="2928982"/>
            <a:ext cx="0" cy="381653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DF685A64-3CCE-46C6-8FE7-5F1C44783FAD}"/>
              </a:ext>
            </a:extLst>
          </p:cNvPr>
          <p:cNvCxnSpPr>
            <a:cxnSpLocks/>
          </p:cNvCxnSpPr>
          <p:nvPr/>
        </p:nvCxnSpPr>
        <p:spPr>
          <a:xfrm>
            <a:off x="2427594" y="1915478"/>
            <a:ext cx="0" cy="1080193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1BD48FF5-572F-4304-91C1-6B868D1B6DED}"/>
              </a:ext>
            </a:extLst>
          </p:cNvPr>
          <p:cNvCxnSpPr>
            <a:cxnSpLocks/>
          </p:cNvCxnSpPr>
          <p:nvPr/>
        </p:nvCxnSpPr>
        <p:spPr>
          <a:xfrm>
            <a:off x="2717229" y="2888977"/>
            <a:ext cx="2839" cy="94614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2D60BD40-5D28-4AEB-A59E-D9EC217CCA4A}"/>
              </a:ext>
            </a:extLst>
          </p:cNvPr>
          <p:cNvCxnSpPr>
            <a:cxnSpLocks/>
          </p:cNvCxnSpPr>
          <p:nvPr/>
        </p:nvCxnSpPr>
        <p:spPr>
          <a:xfrm flipV="1">
            <a:off x="2427594" y="2982562"/>
            <a:ext cx="297247" cy="1517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05ECDE42-F1D7-44E1-924C-16F68FBE279B}"/>
              </a:ext>
            </a:extLst>
          </p:cNvPr>
          <p:cNvCxnSpPr>
            <a:cxnSpLocks/>
          </p:cNvCxnSpPr>
          <p:nvPr/>
        </p:nvCxnSpPr>
        <p:spPr>
          <a:xfrm flipV="1">
            <a:off x="4602480" y="663793"/>
            <a:ext cx="0" cy="2317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ADEF6A00-CA0F-4805-BD8E-17641E16CAED}"/>
              </a:ext>
            </a:extLst>
          </p:cNvPr>
          <p:cNvCxnSpPr>
            <a:cxnSpLocks/>
          </p:cNvCxnSpPr>
          <p:nvPr/>
        </p:nvCxnSpPr>
        <p:spPr>
          <a:xfrm flipH="1">
            <a:off x="3157244" y="663793"/>
            <a:ext cx="144523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D76A6703-C78E-4CD8-AD76-1EC32B6371BE}"/>
              </a:ext>
            </a:extLst>
          </p:cNvPr>
          <p:cNvCxnSpPr>
            <a:cxnSpLocks/>
          </p:cNvCxnSpPr>
          <p:nvPr/>
        </p:nvCxnSpPr>
        <p:spPr>
          <a:xfrm>
            <a:off x="3157244" y="663793"/>
            <a:ext cx="0" cy="24560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Connector 596">
            <a:extLst>
              <a:ext uri="{FF2B5EF4-FFF2-40B4-BE49-F238E27FC236}">
                <a16:creationId xmlns:a16="http://schemas.microsoft.com/office/drawing/2014/main" id="{9052C659-9876-4668-8765-878EBA0BB5FC}"/>
              </a:ext>
            </a:extLst>
          </p:cNvPr>
          <p:cNvCxnSpPr>
            <a:cxnSpLocks/>
          </p:cNvCxnSpPr>
          <p:nvPr/>
        </p:nvCxnSpPr>
        <p:spPr>
          <a:xfrm flipH="1">
            <a:off x="2506158" y="3119808"/>
            <a:ext cx="65108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9009C617-AA4B-4D15-902B-1C98C054FFF3}"/>
              </a:ext>
            </a:extLst>
          </p:cNvPr>
          <p:cNvCxnSpPr>
            <a:cxnSpLocks/>
          </p:cNvCxnSpPr>
          <p:nvPr/>
        </p:nvCxnSpPr>
        <p:spPr>
          <a:xfrm flipH="1">
            <a:off x="2497356" y="3116633"/>
            <a:ext cx="3587" cy="3175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782608D3-7617-48ED-8290-0994F3684EF7}"/>
              </a:ext>
            </a:extLst>
          </p:cNvPr>
          <p:cNvCxnSpPr/>
          <p:nvPr/>
        </p:nvCxnSpPr>
        <p:spPr>
          <a:xfrm>
            <a:off x="2497767" y="3429000"/>
            <a:ext cx="14764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3F8236F7-C364-485C-979B-A573063424B7}"/>
              </a:ext>
            </a:extLst>
          </p:cNvPr>
          <p:cNvCxnSpPr>
            <a:cxnSpLocks/>
          </p:cNvCxnSpPr>
          <p:nvPr/>
        </p:nvCxnSpPr>
        <p:spPr>
          <a:xfrm flipV="1">
            <a:off x="4625340" y="2993116"/>
            <a:ext cx="0" cy="3175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608">
            <a:extLst>
              <a:ext uri="{FF2B5EF4-FFF2-40B4-BE49-F238E27FC236}">
                <a16:creationId xmlns:a16="http://schemas.microsoft.com/office/drawing/2014/main" id="{8FC2992A-22F3-4590-89E9-D4539CA7F94B}"/>
              </a:ext>
            </a:extLst>
          </p:cNvPr>
          <p:cNvCxnSpPr>
            <a:cxnSpLocks/>
          </p:cNvCxnSpPr>
          <p:nvPr/>
        </p:nvCxnSpPr>
        <p:spPr>
          <a:xfrm flipH="1" flipV="1">
            <a:off x="3186785" y="2986339"/>
            <a:ext cx="1438557" cy="67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CAAECCA6-9B1F-4A61-8EB5-3197DB42AFAA}"/>
              </a:ext>
            </a:extLst>
          </p:cNvPr>
          <p:cNvCxnSpPr>
            <a:cxnSpLocks/>
          </p:cNvCxnSpPr>
          <p:nvPr/>
        </p:nvCxnSpPr>
        <p:spPr>
          <a:xfrm>
            <a:off x="2806601" y="3475413"/>
            <a:ext cx="38960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C51725E8-95BE-461D-8DB3-9188FA435BC1}"/>
              </a:ext>
            </a:extLst>
          </p:cNvPr>
          <p:cNvCxnSpPr>
            <a:cxnSpLocks/>
          </p:cNvCxnSpPr>
          <p:nvPr/>
        </p:nvCxnSpPr>
        <p:spPr>
          <a:xfrm>
            <a:off x="3191495" y="2993116"/>
            <a:ext cx="0" cy="4822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09C3E067-068F-408F-983D-8362EB7C9C41}"/>
              </a:ext>
            </a:extLst>
          </p:cNvPr>
          <p:cNvCxnSpPr/>
          <p:nvPr/>
        </p:nvCxnSpPr>
        <p:spPr>
          <a:xfrm>
            <a:off x="3014288" y="1962150"/>
            <a:ext cx="0" cy="19178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31FCBE0A-C914-47A1-A6AB-9996DB27F457}"/>
              </a:ext>
            </a:extLst>
          </p:cNvPr>
          <p:cNvCxnSpPr/>
          <p:nvPr/>
        </p:nvCxnSpPr>
        <p:spPr>
          <a:xfrm flipH="1">
            <a:off x="2343150" y="2153931"/>
            <a:ext cx="671138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C1DDEDA1-802C-4ACF-9323-28C6010084A9}"/>
              </a:ext>
            </a:extLst>
          </p:cNvPr>
          <p:cNvCxnSpPr>
            <a:cxnSpLocks/>
          </p:cNvCxnSpPr>
          <p:nvPr/>
        </p:nvCxnSpPr>
        <p:spPr>
          <a:xfrm>
            <a:off x="2343150" y="2153931"/>
            <a:ext cx="0" cy="131338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2ED3FAC5-086A-4F73-86CB-52937C84557C}"/>
              </a:ext>
            </a:extLst>
          </p:cNvPr>
          <p:cNvCxnSpPr>
            <a:cxnSpLocks/>
          </p:cNvCxnSpPr>
          <p:nvPr/>
        </p:nvCxnSpPr>
        <p:spPr>
          <a:xfrm flipH="1" flipV="1">
            <a:off x="2343150" y="3467320"/>
            <a:ext cx="385349" cy="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Straight Connector 1349">
            <a:extLst>
              <a:ext uri="{FF2B5EF4-FFF2-40B4-BE49-F238E27FC236}">
                <a16:creationId xmlns:a16="http://schemas.microsoft.com/office/drawing/2014/main" id="{C2C4E6A9-3C99-42BE-93AF-0D74C6015619}"/>
              </a:ext>
            </a:extLst>
          </p:cNvPr>
          <p:cNvCxnSpPr>
            <a:cxnSpLocks/>
          </p:cNvCxnSpPr>
          <p:nvPr/>
        </p:nvCxnSpPr>
        <p:spPr>
          <a:xfrm>
            <a:off x="4375786" y="2285218"/>
            <a:ext cx="0" cy="29134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2" name="Straight Connector 1351">
            <a:extLst>
              <a:ext uri="{FF2B5EF4-FFF2-40B4-BE49-F238E27FC236}">
                <a16:creationId xmlns:a16="http://schemas.microsoft.com/office/drawing/2014/main" id="{0526DF3D-9F66-4229-A4BE-6066F7618151}"/>
              </a:ext>
            </a:extLst>
          </p:cNvPr>
          <p:cNvCxnSpPr>
            <a:cxnSpLocks/>
          </p:cNvCxnSpPr>
          <p:nvPr/>
        </p:nvCxnSpPr>
        <p:spPr>
          <a:xfrm flipH="1">
            <a:off x="3238500" y="2576566"/>
            <a:ext cx="1134111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Straight Connector 1353">
            <a:extLst>
              <a:ext uri="{FF2B5EF4-FFF2-40B4-BE49-F238E27FC236}">
                <a16:creationId xmlns:a16="http://schemas.microsoft.com/office/drawing/2014/main" id="{29BDD1A8-385D-4932-B654-03B2805CEFA6}"/>
              </a:ext>
            </a:extLst>
          </p:cNvPr>
          <p:cNvCxnSpPr/>
          <p:nvPr/>
        </p:nvCxnSpPr>
        <p:spPr>
          <a:xfrm>
            <a:off x="3238500" y="2576566"/>
            <a:ext cx="0" cy="983073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6" name="Straight Connector 1355">
            <a:extLst>
              <a:ext uri="{FF2B5EF4-FFF2-40B4-BE49-F238E27FC236}">
                <a16:creationId xmlns:a16="http://schemas.microsoft.com/office/drawing/2014/main" id="{97A344C9-B579-476A-919D-D9835C5ADC9E}"/>
              </a:ext>
            </a:extLst>
          </p:cNvPr>
          <p:cNvCxnSpPr>
            <a:cxnSpLocks/>
          </p:cNvCxnSpPr>
          <p:nvPr/>
        </p:nvCxnSpPr>
        <p:spPr>
          <a:xfrm flipH="1">
            <a:off x="2497356" y="3557914"/>
            <a:ext cx="733172" cy="1725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8" name="Straight Connector 1357">
            <a:extLst>
              <a:ext uri="{FF2B5EF4-FFF2-40B4-BE49-F238E27FC236}">
                <a16:creationId xmlns:a16="http://schemas.microsoft.com/office/drawing/2014/main" id="{D51AB659-CCAD-4EBC-8D9D-654AA5848F75}"/>
              </a:ext>
            </a:extLst>
          </p:cNvPr>
          <p:cNvCxnSpPr/>
          <p:nvPr/>
        </p:nvCxnSpPr>
        <p:spPr>
          <a:xfrm>
            <a:off x="2497356" y="3555201"/>
            <a:ext cx="0" cy="435471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4" name="Straight Connector 1363">
            <a:extLst>
              <a:ext uri="{FF2B5EF4-FFF2-40B4-BE49-F238E27FC236}">
                <a16:creationId xmlns:a16="http://schemas.microsoft.com/office/drawing/2014/main" id="{739A5957-4C56-4693-9238-E5502753557B}"/>
              </a:ext>
            </a:extLst>
          </p:cNvPr>
          <p:cNvCxnSpPr>
            <a:cxnSpLocks/>
          </p:cNvCxnSpPr>
          <p:nvPr/>
        </p:nvCxnSpPr>
        <p:spPr>
          <a:xfrm flipH="1">
            <a:off x="2497356" y="3977971"/>
            <a:ext cx="16208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AAA02DB4-224D-4BDB-B676-5195C890D20B}"/>
              </a:ext>
            </a:extLst>
          </p:cNvPr>
          <p:cNvCxnSpPr>
            <a:cxnSpLocks/>
          </p:cNvCxnSpPr>
          <p:nvPr/>
        </p:nvCxnSpPr>
        <p:spPr>
          <a:xfrm>
            <a:off x="4396740" y="4707740"/>
            <a:ext cx="0" cy="228553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1" name="Straight Connector 1370">
            <a:extLst>
              <a:ext uri="{FF2B5EF4-FFF2-40B4-BE49-F238E27FC236}">
                <a16:creationId xmlns:a16="http://schemas.microsoft.com/office/drawing/2014/main" id="{37EEA8DC-689E-4D9A-B1FE-DCE403A08018}"/>
              </a:ext>
            </a:extLst>
          </p:cNvPr>
          <p:cNvCxnSpPr>
            <a:cxnSpLocks/>
          </p:cNvCxnSpPr>
          <p:nvPr/>
        </p:nvCxnSpPr>
        <p:spPr>
          <a:xfrm flipH="1">
            <a:off x="3292028" y="4936293"/>
            <a:ext cx="110471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4" name="Straight Connector 1373">
            <a:extLst>
              <a:ext uri="{FF2B5EF4-FFF2-40B4-BE49-F238E27FC236}">
                <a16:creationId xmlns:a16="http://schemas.microsoft.com/office/drawing/2014/main" id="{EF7811AB-5DAD-4BF3-B067-0D55349B2863}"/>
              </a:ext>
            </a:extLst>
          </p:cNvPr>
          <p:cNvCxnSpPr>
            <a:cxnSpLocks/>
          </p:cNvCxnSpPr>
          <p:nvPr/>
        </p:nvCxnSpPr>
        <p:spPr>
          <a:xfrm flipV="1">
            <a:off x="3292028" y="4010115"/>
            <a:ext cx="0" cy="92617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8" name="Straight Connector 1377">
            <a:extLst>
              <a:ext uri="{FF2B5EF4-FFF2-40B4-BE49-F238E27FC236}">
                <a16:creationId xmlns:a16="http://schemas.microsoft.com/office/drawing/2014/main" id="{6E5EF0E6-688B-44E4-A305-DB7033C7A3A8}"/>
              </a:ext>
            </a:extLst>
          </p:cNvPr>
          <p:cNvCxnSpPr>
            <a:cxnSpLocks/>
          </p:cNvCxnSpPr>
          <p:nvPr/>
        </p:nvCxnSpPr>
        <p:spPr>
          <a:xfrm>
            <a:off x="2799145" y="4009722"/>
            <a:ext cx="49288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6" name="Straight Connector 1385">
            <a:extLst>
              <a:ext uri="{FF2B5EF4-FFF2-40B4-BE49-F238E27FC236}">
                <a16:creationId xmlns:a16="http://schemas.microsoft.com/office/drawing/2014/main" id="{7B80F753-05A4-4BB4-8A61-7BE2070F9320}"/>
              </a:ext>
            </a:extLst>
          </p:cNvPr>
          <p:cNvCxnSpPr>
            <a:cxnSpLocks/>
          </p:cNvCxnSpPr>
          <p:nvPr/>
        </p:nvCxnSpPr>
        <p:spPr>
          <a:xfrm flipV="1">
            <a:off x="2437120" y="4028770"/>
            <a:ext cx="0" cy="9075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8" name="Straight Connector 1387">
            <a:extLst>
              <a:ext uri="{FF2B5EF4-FFF2-40B4-BE49-F238E27FC236}">
                <a16:creationId xmlns:a16="http://schemas.microsoft.com/office/drawing/2014/main" id="{93B5D813-E074-4557-929A-D5F803488FC5}"/>
              </a:ext>
            </a:extLst>
          </p:cNvPr>
          <p:cNvCxnSpPr>
            <a:cxnSpLocks/>
          </p:cNvCxnSpPr>
          <p:nvPr/>
        </p:nvCxnSpPr>
        <p:spPr>
          <a:xfrm>
            <a:off x="2427594" y="4024007"/>
            <a:ext cx="2953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2" name="Straight Connector 1391">
            <a:extLst>
              <a:ext uri="{FF2B5EF4-FFF2-40B4-BE49-F238E27FC236}">
                <a16:creationId xmlns:a16="http://schemas.microsoft.com/office/drawing/2014/main" id="{FCCA268C-BB4D-4460-A5EA-CA97C656FA6B}"/>
              </a:ext>
            </a:extLst>
          </p:cNvPr>
          <p:cNvCxnSpPr/>
          <p:nvPr/>
        </p:nvCxnSpPr>
        <p:spPr>
          <a:xfrm>
            <a:off x="4602480" y="2285218"/>
            <a:ext cx="0" cy="36908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Straight Connector 1393">
            <a:extLst>
              <a:ext uri="{FF2B5EF4-FFF2-40B4-BE49-F238E27FC236}">
                <a16:creationId xmlns:a16="http://schemas.microsoft.com/office/drawing/2014/main" id="{D8D3B2C1-8CA5-4F66-9DE9-52927ECFAA65}"/>
              </a:ext>
            </a:extLst>
          </p:cNvPr>
          <p:cNvCxnSpPr/>
          <p:nvPr/>
        </p:nvCxnSpPr>
        <p:spPr>
          <a:xfrm flipH="1">
            <a:off x="3292028" y="2654300"/>
            <a:ext cx="1310452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6" name="Straight Connector 1395">
            <a:extLst>
              <a:ext uri="{FF2B5EF4-FFF2-40B4-BE49-F238E27FC236}">
                <a16:creationId xmlns:a16="http://schemas.microsoft.com/office/drawing/2014/main" id="{A6FC0220-1141-4D28-A135-7A986FC65EB9}"/>
              </a:ext>
            </a:extLst>
          </p:cNvPr>
          <p:cNvCxnSpPr/>
          <p:nvPr/>
        </p:nvCxnSpPr>
        <p:spPr>
          <a:xfrm>
            <a:off x="3292028" y="2654300"/>
            <a:ext cx="0" cy="1103477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8" name="Straight Connector 1397">
            <a:extLst>
              <a:ext uri="{FF2B5EF4-FFF2-40B4-BE49-F238E27FC236}">
                <a16:creationId xmlns:a16="http://schemas.microsoft.com/office/drawing/2014/main" id="{BCDD2588-EF34-44F1-880E-512FD3C0536E}"/>
              </a:ext>
            </a:extLst>
          </p:cNvPr>
          <p:cNvCxnSpPr/>
          <p:nvPr/>
        </p:nvCxnSpPr>
        <p:spPr>
          <a:xfrm flipH="1">
            <a:off x="3045586" y="3757777"/>
            <a:ext cx="246442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0" name="Straight Connector 1399">
            <a:extLst>
              <a:ext uri="{FF2B5EF4-FFF2-40B4-BE49-F238E27FC236}">
                <a16:creationId xmlns:a16="http://schemas.microsoft.com/office/drawing/2014/main" id="{FF1B34A2-50C8-4493-9979-F2F2DD28116B}"/>
              </a:ext>
            </a:extLst>
          </p:cNvPr>
          <p:cNvCxnSpPr/>
          <p:nvPr/>
        </p:nvCxnSpPr>
        <p:spPr>
          <a:xfrm>
            <a:off x="3045586" y="3760236"/>
            <a:ext cx="0" cy="35388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2" name="Straight Connector 1401">
            <a:extLst>
              <a:ext uri="{FF2B5EF4-FFF2-40B4-BE49-F238E27FC236}">
                <a16:creationId xmlns:a16="http://schemas.microsoft.com/office/drawing/2014/main" id="{96F1E4E8-7CE1-453F-84C7-2F7B565F8350}"/>
              </a:ext>
            </a:extLst>
          </p:cNvPr>
          <p:cNvCxnSpPr>
            <a:cxnSpLocks/>
          </p:cNvCxnSpPr>
          <p:nvPr/>
        </p:nvCxnSpPr>
        <p:spPr>
          <a:xfrm flipH="1">
            <a:off x="2364732" y="4111408"/>
            <a:ext cx="680855" cy="344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5" name="Straight Connector 1404">
            <a:extLst>
              <a:ext uri="{FF2B5EF4-FFF2-40B4-BE49-F238E27FC236}">
                <a16:creationId xmlns:a16="http://schemas.microsoft.com/office/drawing/2014/main" id="{FBC6A153-EEC9-4F29-BD7C-5BE1C8573728}"/>
              </a:ext>
            </a:extLst>
          </p:cNvPr>
          <p:cNvCxnSpPr>
            <a:cxnSpLocks/>
          </p:cNvCxnSpPr>
          <p:nvPr/>
        </p:nvCxnSpPr>
        <p:spPr>
          <a:xfrm>
            <a:off x="2353657" y="4111408"/>
            <a:ext cx="0" cy="43136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7" name="Straight Connector 1406">
            <a:extLst>
              <a:ext uri="{FF2B5EF4-FFF2-40B4-BE49-F238E27FC236}">
                <a16:creationId xmlns:a16="http://schemas.microsoft.com/office/drawing/2014/main" id="{611CD2DE-1A2C-48A9-A988-67D55D717903}"/>
              </a:ext>
            </a:extLst>
          </p:cNvPr>
          <p:cNvCxnSpPr/>
          <p:nvPr/>
        </p:nvCxnSpPr>
        <p:spPr>
          <a:xfrm>
            <a:off x="2353657" y="4539619"/>
            <a:ext cx="291756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6386BAA5-A277-4DD1-8359-0E057F191478}"/>
              </a:ext>
            </a:extLst>
          </p:cNvPr>
          <p:cNvCxnSpPr/>
          <p:nvPr/>
        </p:nvCxnSpPr>
        <p:spPr>
          <a:xfrm>
            <a:off x="4625340" y="4732481"/>
            <a:ext cx="0" cy="31975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CC150251-1552-4E18-9A0E-1D7512217217}"/>
              </a:ext>
            </a:extLst>
          </p:cNvPr>
          <p:cNvCxnSpPr>
            <a:cxnSpLocks/>
          </p:cNvCxnSpPr>
          <p:nvPr/>
        </p:nvCxnSpPr>
        <p:spPr>
          <a:xfrm flipH="1">
            <a:off x="3206750" y="5052231"/>
            <a:ext cx="1418590" cy="1111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8" name="Straight Connector 1417">
            <a:extLst>
              <a:ext uri="{FF2B5EF4-FFF2-40B4-BE49-F238E27FC236}">
                <a16:creationId xmlns:a16="http://schemas.microsoft.com/office/drawing/2014/main" id="{DB35BCB9-04D5-44DE-A6CE-9920187A7ED1}"/>
              </a:ext>
            </a:extLst>
          </p:cNvPr>
          <p:cNvCxnSpPr>
            <a:cxnSpLocks/>
          </p:cNvCxnSpPr>
          <p:nvPr/>
        </p:nvCxnSpPr>
        <p:spPr>
          <a:xfrm flipV="1">
            <a:off x="3206750" y="4575446"/>
            <a:ext cx="0" cy="48631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5" name="Straight Connector 1424">
            <a:extLst>
              <a:ext uri="{FF2B5EF4-FFF2-40B4-BE49-F238E27FC236}">
                <a16:creationId xmlns:a16="http://schemas.microsoft.com/office/drawing/2014/main" id="{2F246095-75F1-4089-B46F-B38137E0C1F6}"/>
              </a:ext>
            </a:extLst>
          </p:cNvPr>
          <p:cNvCxnSpPr>
            <a:cxnSpLocks/>
          </p:cNvCxnSpPr>
          <p:nvPr/>
        </p:nvCxnSpPr>
        <p:spPr>
          <a:xfrm>
            <a:off x="2793130" y="4578037"/>
            <a:ext cx="41362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1" name="Straight Connector 1430">
            <a:extLst>
              <a:ext uri="{FF2B5EF4-FFF2-40B4-BE49-F238E27FC236}">
                <a16:creationId xmlns:a16="http://schemas.microsoft.com/office/drawing/2014/main" id="{A19ACD8E-5508-4215-8F7B-10EC6E458371}"/>
              </a:ext>
            </a:extLst>
          </p:cNvPr>
          <p:cNvCxnSpPr/>
          <p:nvPr/>
        </p:nvCxnSpPr>
        <p:spPr>
          <a:xfrm flipV="1">
            <a:off x="3045586" y="4732481"/>
            <a:ext cx="0" cy="19058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3" name="Straight Connector 1432">
            <a:extLst>
              <a:ext uri="{FF2B5EF4-FFF2-40B4-BE49-F238E27FC236}">
                <a16:creationId xmlns:a16="http://schemas.microsoft.com/office/drawing/2014/main" id="{97A75487-AC1C-44F6-A391-EC66D4D25643}"/>
              </a:ext>
            </a:extLst>
          </p:cNvPr>
          <p:cNvCxnSpPr/>
          <p:nvPr/>
        </p:nvCxnSpPr>
        <p:spPr>
          <a:xfrm flipH="1">
            <a:off x="2718426" y="4735955"/>
            <a:ext cx="32358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5" name="Straight Connector 1434">
            <a:extLst>
              <a:ext uri="{FF2B5EF4-FFF2-40B4-BE49-F238E27FC236}">
                <a16:creationId xmlns:a16="http://schemas.microsoft.com/office/drawing/2014/main" id="{E84D6F4E-1BC2-42EF-9C84-D1D4C5A25C65}"/>
              </a:ext>
            </a:extLst>
          </p:cNvPr>
          <p:cNvCxnSpPr>
            <a:cxnSpLocks/>
          </p:cNvCxnSpPr>
          <p:nvPr/>
        </p:nvCxnSpPr>
        <p:spPr>
          <a:xfrm flipH="1">
            <a:off x="2718021" y="4562162"/>
            <a:ext cx="2084" cy="17489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0" name="Straight Connector 1439">
            <a:extLst>
              <a:ext uri="{FF2B5EF4-FFF2-40B4-BE49-F238E27FC236}">
                <a16:creationId xmlns:a16="http://schemas.microsoft.com/office/drawing/2014/main" id="{9DA61108-FD4F-45E2-ABB5-C70981CDFF42}"/>
              </a:ext>
            </a:extLst>
          </p:cNvPr>
          <p:cNvCxnSpPr>
            <a:cxnSpLocks/>
          </p:cNvCxnSpPr>
          <p:nvPr/>
        </p:nvCxnSpPr>
        <p:spPr>
          <a:xfrm>
            <a:off x="4943478" y="1502198"/>
            <a:ext cx="103838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6" name="Straight Connector 1445">
            <a:extLst>
              <a:ext uri="{FF2B5EF4-FFF2-40B4-BE49-F238E27FC236}">
                <a16:creationId xmlns:a16="http://schemas.microsoft.com/office/drawing/2014/main" id="{9E79F03D-F95E-40D0-9EF9-E3316F23000C}"/>
              </a:ext>
            </a:extLst>
          </p:cNvPr>
          <p:cNvCxnSpPr>
            <a:cxnSpLocks/>
          </p:cNvCxnSpPr>
          <p:nvPr/>
        </p:nvCxnSpPr>
        <p:spPr>
          <a:xfrm>
            <a:off x="4957763" y="998799"/>
            <a:ext cx="10700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traight Connector 1447">
            <a:extLst>
              <a:ext uri="{FF2B5EF4-FFF2-40B4-BE49-F238E27FC236}">
                <a16:creationId xmlns:a16="http://schemas.microsoft.com/office/drawing/2014/main" id="{4FF7447F-5E0F-49B1-BC80-D6C7753718E8}"/>
              </a:ext>
            </a:extLst>
          </p:cNvPr>
          <p:cNvCxnSpPr/>
          <p:nvPr/>
        </p:nvCxnSpPr>
        <p:spPr>
          <a:xfrm>
            <a:off x="6027803" y="99879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1" name="Straight Connector 1450">
            <a:extLst>
              <a:ext uri="{FF2B5EF4-FFF2-40B4-BE49-F238E27FC236}">
                <a16:creationId xmlns:a16="http://schemas.microsoft.com/office/drawing/2014/main" id="{69D3F2B0-328A-4FA0-9C48-2ADEE7F3D54C}"/>
              </a:ext>
            </a:extLst>
          </p:cNvPr>
          <p:cNvCxnSpPr/>
          <p:nvPr/>
        </p:nvCxnSpPr>
        <p:spPr>
          <a:xfrm>
            <a:off x="6027803" y="989273"/>
            <a:ext cx="0" cy="50339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3" name="Straight Connector 1452">
            <a:extLst>
              <a:ext uri="{FF2B5EF4-FFF2-40B4-BE49-F238E27FC236}">
                <a16:creationId xmlns:a16="http://schemas.microsoft.com/office/drawing/2014/main" id="{2C28C763-5F8C-40F2-89B2-A495AEDF2619}"/>
              </a:ext>
            </a:extLst>
          </p:cNvPr>
          <p:cNvCxnSpPr/>
          <p:nvPr/>
        </p:nvCxnSpPr>
        <p:spPr>
          <a:xfrm>
            <a:off x="6027803" y="1489040"/>
            <a:ext cx="681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2" name="Straight Connector 1471">
            <a:extLst>
              <a:ext uri="{FF2B5EF4-FFF2-40B4-BE49-F238E27FC236}">
                <a16:creationId xmlns:a16="http://schemas.microsoft.com/office/drawing/2014/main" id="{5478B9DA-EE33-44C2-A7FC-86102E93D439}"/>
              </a:ext>
            </a:extLst>
          </p:cNvPr>
          <p:cNvCxnSpPr>
            <a:cxnSpLocks/>
          </p:cNvCxnSpPr>
          <p:nvPr/>
        </p:nvCxnSpPr>
        <p:spPr>
          <a:xfrm flipV="1">
            <a:off x="1819273" y="533529"/>
            <a:ext cx="0" cy="95266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4" name="Straight Connector 1473">
            <a:extLst>
              <a:ext uri="{FF2B5EF4-FFF2-40B4-BE49-F238E27FC236}">
                <a16:creationId xmlns:a16="http://schemas.microsoft.com/office/drawing/2014/main" id="{E02DBC06-36CD-4AFD-A860-9EB6C226739C}"/>
              </a:ext>
            </a:extLst>
          </p:cNvPr>
          <p:cNvCxnSpPr>
            <a:cxnSpLocks/>
          </p:cNvCxnSpPr>
          <p:nvPr/>
        </p:nvCxnSpPr>
        <p:spPr>
          <a:xfrm>
            <a:off x="1819273" y="533529"/>
            <a:ext cx="43726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91A4410E-E0F6-4F2D-A973-AD6BA9DA5950}"/>
              </a:ext>
            </a:extLst>
          </p:cNvPr>
          <p:cNvCxnSpPr>
            <a:cxnSpLocks/>
          </p:cNvCxnSpPr>
          <p:nvPr/>
        </p:nvCxnSpPr>
        <p:spPr>
          <a:xfrm>
            <a:off x="6191873" y="533529"/>
            <a:ext cx="0" cy="9591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1" name="Straight Connector 1480">
            <a:extLst>
              <a:ext uri="{FF2B5EF4-FFF2-40B4-BE49-F238E27FC236}">
                <a16:creationId xmlns:a16="http://schemas.microsoft.com/office/drawing/2014/main" id="{C105CD12-1820-45F8-9366-6DC2C3E1B39D}"/>
              </a:ext>
            </a:extLst>
          </p:cNvPr>
          <p:cNvCxnSpPr/>
          <p:nvPr/>
        </p:nvCxnSpPr>
        <p:spPr>
          <a:xfrm flipV="1">
            <a:off x="1689429" y="483484"/>
            <a:ext cx="0" cy="1002708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3" name="Straight Connector 1482">
            <a:extLst>
              <a:ext uri="{FF2B5EF4-FFF2-40B4-BE49-F238E27FC236}">
                <a16:creationId xmlns:a16="http://schemas.microsoft.com/office/drawing/2014/main" id="{68F70F5B-0BF6-4B1F-8C04-2FAA62F619EA}"/>
              </a:ext>
            </a:extLst>
          </p:cNvPr>
          <p:cNvCxnSpPr>
            <a:cxnSpLocks/>
          </p:cNvCxnSpPr>
          <p:nvPr/>
        </p:nvCxnSpPr>
        <p:spPr>
          <a:xfrm>
            <a:off x="1689429" y="483484"/>
            <a:ext cx="3475551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5" name="Straight Connector 1484">
            <a:extLst>
              <a:ext uri="{FF2B5EF4-FFF2-40B4-BE49-F238E27FC236}">
                <a16:creationId xmlns:a16="http://schemas.microsoft.com/office/drawing/2014/main" id="{1DF4B33E-16EB-48BC-B692-9C1F06B10D16}"/>
              </a:ext>
            </a:extLst>
          </p:cNvPr>
          <p:cNvCxnSpPr/>
          <p:nvPr/>
        </p:nvCxnSpPr>
        <p:spPr>
          <a:xfrm>
            <a:off x="4968503" y="1409700"/>
            <a:ext cx="196477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7" name="Straight Connector 1486">
            <a:extLst>
              <a:ext uri="{FF2B5EF4-FFF2-40B4-BE49-F238E27FC236}">
                <a16:creationId xmlns:a16="http://schemas.microsoft.com/office/drawing/2014/main" id="{3417B78F-772B-4571-913C-6AEDDA4A440D}"/>
              </a:ext>
            </a:extLst>
          </p:cNvPr>
          <p:cNvCxnSpPr/>
          <p:nvPr/>
        </p:nvCxnSpPr>
        <p:spPr>
          <a:xfrm flipV="1">
            <a:off x="5164980" y="483484"/>
            <a:ext cx="0" cy="926216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0" name="Straight Connector 1489">
            <a:extLst>
              <a:ext uri="{FF2B5EF4-FFF2-40B4-BE49-F238E27FC236}">
                <a16:creationId xmlns:a16="http://schemas.microsoft.com/office/drawing/2014/main" id="{7C793686-908F-44FA-811B-D46CA7392EC3}"/>
              </a:ext>
            </a:extLst>
          </p:cNvPr>
          <p:cNvCxnSpPr>
            <a:cxnSpLocks/>
          </p:cNvCxnSpPr>
          <p:nvPr/>
        </p:nvCxnSpPr>
        <p:spPr>
          <a:xfrm flipV="1">
            <a:off x="1557338" y="430287"/>
            <a:ext cx="0" cy="1055905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3" name="Straight Connector 1492">
            <a:extLst>
              <a:ext uri="{FF2B5EF4-FFF2-40B4-BE49-F238E27FC236}">
                <a16:creationId xmlns:a16="http://schemas.microsoft.com/office/drawing/2014/main" id="{848BA57E-766C-4EA5-B286-7B2868E4344A}"/>
              </a:ext>
            </a:extLst>
          </p:cNvPr>
          <p:cNvCxnSpPr/>
          <p:nvPr/>
        </p:nvCxnSpPr>
        <p:spPr>
          <a:xfrm>
            <a:off x="1557338" y="430287"/>
            <a:ext cx="3652837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5" name="Straight Connector 1494">
            <a:extLst>
              <a:ext uri="{FF2B5EF4-FFF2-40B4-BE49-F238E27FC236}">
                <a16:creationId xmlns:a16="http://schemas.microsoft.com/office/drawing/2014/main" id="{D1AE31B0-947E-48F3-BE48-8FA23E2C0056}"/>
              </a:ext>
            </a:extLst>
          </p:cNvPr>
          <p:cNvCxnSpPr/>
          <p:nvPr/>
        </p:nvCxnSpPr>
        <p:spPr>
          <a:xfrm>
            <a:off x="4957763" y="1314450"/>
            <a:ext cx="25241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7" name="Straight Connector 1496">
            <a:extLst>
              <a:ext uri="{FF2B5EF4-FFF2-40B4-BE49-F238E27FC236}">
                <a16:creationId xmlns:a16="http://schemas.microsoft.com/office/drawing/2014/main" id="{901C05D9-093B-4896-8D2C-BB13FCC37589}"/>
              </a:ext>
            </a:extLst>
          </p:cNvPr>
          <p:cNvCxnSpPr/>
          <p:nvPr/>
        </p:nvCxnSpPr>
        <p:spPr>
          <a:xfrm>
            <a:off x="5210175" y="430287"/>
            <a:ext cx="0" cy="88416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2" name="Straight Connector 1501">
            <a:extLst>
              <a:ext uri="{FF2B5EF4-FFF2-40B4-BE49-F238E27FC236}">
                <a16:creationId xmlns:a16="http://schemas.microsoft.com/office/drawing/2014/main" id="{EDE1DD3D-0564-4662-8B94-9C3450F27AD1}"/>
              </a:ext>
            </a:extLst>
          </p:cNvPr>
          <p:cNvCxnSpPr>
            <a:cxnSpLocks/>
          </p:cNvCxnSpPr>
          <p:nvPr/>
        </p:nvCxnSpPr>
        <p:spPr>
          <a:xfrm flipH="1" flipV="1">
            <a:off x="1425446" y="361950"/>
            <a:ext cx="1382" cy="1125961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8" name="Straight Connector 1507">
            <a:extLst>
              <a:ext uri="{FF2B5EF4-FFF2-40B4-BE49-F238E27FC236}">
                <a16:creationId xmlns:a16="http://schemas.microsoft.com/office/drawing/2014/main" id="{DF8C2DAE-3AF9-49EF-9978-6C297AAACA88}"/>
              </a:ext>
            </a:extLst>
          </p:cNvPr>
          <p:cNvCxnSpPr>
            <a:cxnSpLocks/>
          </p:cNvCxnSpPr>
          <p:nvPr/>
        </p:nvCxnSpPr>
        <p:spPr>
          <a:xfrm>
            <a:off x="1425446" y="361950"/>
            <a:ext cx="3838966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0" name="Straight Connector 1509">
            <a:extLst>
              <a:ext uri="{FF2B5EF4-FFF2-40B4-BE49-F238E27FC236}">
                <a16:creationId xmlns:a16="http://schemas.microsoft.com/office/drawing/2014/main" id="{ECCFF065-60F6-4D11-9038-711874A49665}"/>
              </a:ext>
            </a:extLst>
          </p:cNvPr>
          <p:cNvCxnSpPr>
            <a:cxnSpLocks/>
          </p:cNvCxnSpPr>
          <p:nvPr/>
        </p:nvCxnSpPr>
        <p:spPr>
          <a:xfrm>
            <a:off x="4962526" y="1213740"/>
            <a:ext cx="299788" cy="3652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4" name="Straight Connector 1513">
            <a:extLst>
              <a:ext uri="{FF2B5EF4-FFF2-40B4-BE49-F238E27FC236}">
                <a16:creationId xmlns:a16="http://schemas.microsoft.com/office/drawing/2014/main" id="{3FF1187E-EBE4-44D6-A2E7-845265BDCDF6}"/>
              </a:ext>
            </a:extLst>
          </p:cNvPr>
          <p:cNvCxnSpPr>
            <a:cxnSpLocks/>
          </p:cNvCxnSpPr>
          <p:nvPr/>
        </p:nvCxnSpPr>
        <p:spPr>
          <a:xfrm>
            <a:off x="5264412" y="361950"/>
            <a:ext cx="0" cy="85179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3" name="Straight Connector 1522">
            <a:extLst>
              <a:ext uri="{FF2B5EF4-FFF2-40B4-BE49-F238E27FC236}">
                <a16:creationId xmlns:a16="http://schemas.microsoft.com/office/drawing/2014/main" id="{C0FA6014-683A-43A8-BC72-7567D2DCD046}"/>
              </a:ext>
            </a:extLst>
          </p:cNvPr>
          <p:cNvCxnSpPr/>
          <p:nvPr/>
        </p:nvCxnSpPr>
        <p:spPr>
          <a:xfrm flipV="1">
            <a:off x="1300162" y="290513"/>
            <a:ext cx="0" cy="120215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5" name="Straight Connector 1524">
            <a:extLst>
              <a:ext uri="{FF2B5EF4-FFF2-40B4-BE49-F238E27FC236}">
                <a16:creationId xmlns:a16="http://schemas.microsoft.com/office/drawing/2014/main" id="{F6489E9D-E680-4180-ABC9-A1F0C08CABE4}"/>
              </a:ext>
            </a:extLst>
          </p:cNvPr>
          <p:cNvCxnSpPr/>
          <p:nvPr/>
        </p:nvCxnSpPr>
        <p:spPr>
          <a:xfrm>
            <a:off x="1300162" y="290513"/>
            <a:ext cx="4019551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7" name="Straight Connector 1526">
            <a:extLst>
              <a:ext uri="{FF2B5EF4-FFF2-40B4-BE49-F238E27FC236}">
                <a16:creationId xmlns:a16="http://schemas.microsoft.com/office/drawing/2014/main" id="{4AC0043C-70DB-4250-B64A-5C80E5BA829E}"/>
              </a:ext>
            </a:extLst>
          </p:cNvPr>
          <p:cNvCxnSpPr/>
          <p:nvPr/>
        </p:nvCxnSpPr>
        <p:spPr>
          <a:xfrm>
            <a:off x="4962526" y="1119187"/>
            <a:ext cx="361950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9" name="Straight Connector 1528">
            <a:extLst>
              <a:ext uri="{FF2B5EF4-FFF2-40B4-BE49-F238E27FC236}">
                <a16:creationId xmlns:a16="http://schemas.microsoft.com/office/drawing/2014/main" id="{31D08D47-BD64-4921-86FA-E13877D5038A}"/>
              </a:ext>
            </a:extLst>
          </p:cNvPr>
          <p:cNvCxnSpPr>
            <a:cxnSpLocks/>
          </p:cNvCxnSpPr>
          <p:nvPr/>
        </p:nvCxnSpPr>
        <p:spPr>
          <a:xfrm>
            <a:off x="5319713" y="290513"/>
            <a:ext cx="0" cy="827341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4" name="Straight Connector 1533">
            <a:extLst>
              <a:ext uri="{FF2B5EF4-FFF2-40B4-BE49-F238E27FC236}">
                <a16:creationId xmlns:a16="http://schemas.microsoft.com/office/drawing/2014/main" id="{747A5847-125D-4B9C-9108-F5ED9E7E58C8}"/>
              </a:ext>
            </a:extLst>
          </p:cNvPr>
          <p:cNvCxnSpPr>
            <a:cxnSpLocks/>
          </p:cNvCxnSpPr>
          <p:nvPr/>
        </p:nvCxnSpPr>
        <p:spPr>
          <a:xfrm flipH="1">
            <a:off x="4919665" y="4097119"/>
            <a:ext cx="2176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7" name="Straight Connector 1536">
            <a:extLst>
              <a:ext uri="{FF2B5EF4-FFF2-40B4-BE49-F238E27FC236}">
                <a16:creationId xmlns:a16="http://schemas.microsoft.com/office/drawing/2014/main" id="{800C9509-677A-4031-91B1-AA7679194102}"/>
              </a:ext>
            </a:extLst>
          </p:cNvPr>
          <p:cNvCxnSpPr>
            <a:cxnSpLocks/>
          </p:cNvCxnSpPr>
          <p:nvPr/>
        </p:nvCxnSpPr>
        <p:spPr>
          <a:xfrm flipH="1" flipV="1">
            <a:off x="5133491" y="2183680"/>
            <a:ext cx="6462" cy="191216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4" name="Straight Connector 1543">
            <a:extLst>
              <a:ext uri="{FF2B5EF4-FFF2-40B4-BE49-F238E27FC236}">
                <a16:creationId xmlns:a16="http://schemas.microsoft.com/office/drawing/2014/main" id="{C7E644C2-CEC2-49BD-9D7E-967D0F586187}"/>
              </a:ext>
            </a:extLst>
          </p:cNvPr>
          <p:cNvCxnSpPr>
            <a:cxnSpLocks/>
          </p:cNvCxnSpPr>
          <p:nvPr/>
        </p:nvCxnSpPr>
        <p:spPr>
          <a:xfrm>
            <a:off x="5133491" y="2183680"/>
            <a:ext cx="263890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7" name="Straight Connector 1546">
            <a:extLst>
              <a:ext uri="{FF2B5EF4-FFF2-40B4-BE49-F238E27FC236}">
                <a16:creationId xmlns:a16="http://schemas.microsoft.com/office/drawing/2014/main" id="{ED34CA95-D657-4B70-901B-3944FFD6B248}"/>
              </a:ext>
            </a:extLst>
          </p:cNvPr>
          <p:cNvCxnSpPr/>
          <p:nvPr/>
        </p:nvCxnSpPr>
        <p:spPr>
          <a:xfrm flipH="1">
            <a:off x="7772400" y="2034419"/>
            <a:ext cx="6286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9" name="Straight Connector 1548">
            <a:extLst>
              <a:ext uri="{FF2B5EF4-FFF2-40B4-BE49-F238E27FC236}">
                <a16:creationId xmlns:a16="http://schemas.microsoft.com/office/drawing/2014/main" id="{5992CA02-555E-42C7-BDD7-CD2DAB61B756}"/>
              </a:ext>
            </a:extLst>
          </p:cNvPr>
          <p:cNvCxnSpPr/>
          <p:nvPr/>
        </p:nvCxnSpPr>
        <p:spPr>
          <a:xfrm flipV="1">
            <a:off x="7772400" y="2034419"/>
            <a:ext cx="0" cy="14926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1" name="Straight Connector 1550">
            <a:extLst>
              <a:ext uri="{FF2B5EF4-FFF2-40B4-BE49-F238E27FC236}">
                <a16:creationId xmlns:a16="http://schemas.microsoft.com/office/drawing/2014/main" id="{F5BF1502-1A93-4497-9A74-485BBEB3CA17}"/>
              </a:ext>
            </a:extLst>
          </p:cNvPr>
          <p:cNvCxnSpPr>
            <a:cxnSpLocks/>
          </p:cNvCxnSpPr>
          <p:nvPr/>
        </p:nvCxnSpPr>
        <p:spPr>
          <a:xfrm>
            <a:off x="4919663" y="4312799"/>
            <a:ext cx="2666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1552">
            <a:extLst>
              <a:ext uri="{FF2B5EF4-FFF2-40B4-BE49-F238E27FC236}">
                <a16:creationId xmlns:a16="http://schemas.microsoft.com/office/drawing/2014/main" id="{D9233C02-F074-436B-980D-E679F8E435E3}"/>
              </a:ext>
            </a:extLst>
          </p:cNvPr>
          <p:cNvCxnSpPr>
            <a:cxnSpLocks/>
          </p:cNvCxnSpPr>
          <p:nvPr/>
        </p:nvCxnSpPr>
        <p:spPr>
          <a:xfrm>
            <a:off x="5186360" y="2299507"/>
            <a:ext cx="0" cy="2018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6" name="Straight Connector 1555">
            <a:extLst>
              <a:ext uri="{FF2B5EF4-FFF2-40B4-BE49-F238E27FC236}">
                <a16:creationId xmlns:a16="http://schemas.microsoft.com/office/drawing/2014/main" id="{5B379342-7359-4433-B434-962FB1FD7317}"/>
              </a:ext>
            </a:extLst>
          </p:cNvPr>
          <p:cNvCxnSpPr/>
          <p:nvPr/>
        </p:nvCxnSpPr>
        <p:spPr>
          <a:xfrm flipH="1">
            <a:off x="5191123" y="2299507"/>
            <a:ext cx="3889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Straight Connector 1558">
            <a:extLst>
              <a:ext uri="{FF2B5EF4-FFF2-40B4-BE49-F238E27FC236}">
                <a16:creationId xmlns:a16="http://schemas.microsoft.com/office/drawing/2014/main" id="{7E1EEBB3-6465-4C45-97AA-A7C6E24CCFE6}"/>
              </a:ext>
            </a:extLst>
          </p:cNvPr>
          <p:cNvCxnSpPr>
            <a:cxnSpLocks/>
          </p:cNvCxnSpPr>
          <p:nvPr/>
        </p:nvCxnSpPr>
        <p:spPr>
          <a:xfrm>
            <a:off x="4935858" y="4516759"/>
            <a:ext cx="271714" cy="1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7" name="Straight Connector 1566">
            <a:extLst>
              <a:ext uri="{FF2B5EF4-FFF2-40B4-BE49-F238E27FC236}">
                <a16:creationId xmlns:a16="http://schemas.microsoft.com/office/drawing/2014/main" id="{7724D958-4E88-487B-9913-8236FB59E8DE}"/>
              </a:ext>
            </a:extLst>
          </p:cNvPr>
          <p:cNvCxnSpPr/>
          <p:nvPr/>
        </p:nvCxnSpPr>
        <p:spPr>
          <a:xfrm flipH="1">
            <a:off x="7410449" y="1943098"/>
            <a:ext cx="9810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3" name="Straight Connector 1572">
            <a:extLst>
              <a:ext uri="{FF2B5EF4-FFF2-40B4-BE49-F238E27FC236}">
                <a16:creationId xmlns:a16="http://schemas.microsoft.com/office/drawing/2014/main" id="{7B024205-11ED-490F-BD44-9832B951E3C0}"/>
              </a:ext>
            </a:extLst>
          </p:cNvPr>
          <p:cNvCxnSpPr/>
          <p:nvPr/>
        </p:nvCxnSpPr>
        <p:spPr>
          <a:xfrm>
            <a:off x="7415213" y="1895476"/>
            <a:ext cx="0" cy="52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5" name="Straight Connector 1574">
            <a:extLst>
              <a:ext uri="{FF2B5EF4-FFF2-40B4-BE49-F238E27FC236}">
                <a16:creationId xmlns:a16="http://schemas.microsoft.com/office/drawing/2014/main" id="{15804945-92CF-44D8-AEF4-C72C775BB948}"/>
              </a:ext>
            </a:extLst>
          </p:cNvPr>
          <p:cNvCxnSpPr>
            <a:cxnSpLocks/>
          </p:cNvCxnSpPr>
          <p:nvPr/>
        </p:nvCxnSpPr>
        <p:spPr>
          <a:xfrm>
            <a:off x="4968503" y="3931746"/>
            <a:ext cx="31929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8" name="Straight Connector 1577">
            <a:extLst>
              <a:ext uri="{FF2B5EF4-FFF2-40B4-BE49-F238E27FC236}">
                <a16:creationId xmlns:a16="http://schemas.microsoft.com/office/drawing/2014/main" id="{B6AA3A6A-8EC6-403E-8603-E5182EFC01D4}"/>
              </a:ext>
            </a:extLst>
          </p:cNvPr>
          <p:cNvCxnSpPr>
            <a:cxnSpLocks/>
          </p:cNvCxnSpPr>
          <p:nvPr/>
        </p:nvCxnSpPr>
        <p:spPr>
          <a:xfrm flipV="1">
            <a:off x="5287796" y="2900828"/>
            <a:ext cx="0" cy="103091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0" name="Straight Connector 1579">
            <a:extLst>
              <a:ext uri="{FF2B5EF4-FFF2-40B4-BE49-F238E27FC236}">
                <a16:creationId xmlns:a16="http://schemas.microsoft.com/office/drawing/2014/main" id="{09E5FD16-221D-4945-9CAC-0FE6F0FBB07E}"/>
              </a:ext>
            </a:extLst>
          </p:cNvPr>
          <p:cNvCxnSpPr>
            <a:cxnSpLocks/>
          </p:cNvCxnSpPr>
          <p:nvPr/>
        </p:nvCxnSpPr>
        <p:spPr>
          <a:xfrm>
            <a:off x="5287796" y="2900828"/>
            <a:ext cx="494840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3" name="Straight Connector 1582">
            <a:extLst>
              <a:ext uri="{FF2B5EF4-FFF2-40B4-BE49-F238E27FC236}">
                <a16:creationId xmlns:a16="http://schemas.microsoft.com/office/drawing/2014/main" id="{06C7F9C7-FCF2-4D2F-A92A-9A7F9781E23D}"/>
              </a:ext>
            </a:extLst>
          </p:cNvPr>
          <p:cNvCxnSpPr/>
          <p:nvPr/>
        </p:nvCxnSpPr>
        <p:spPr>
          <a:xfrm>
            <a:off x="10083800" y="2119321"/>
            <a:ext cx="1587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5" name="Straight Connector 1584">
            <a:extLst>
              <a:ext uri="{FF2B5EF4-FFF2-40B4-BE49-F238E27FC236}">
                <a16:creationId xmlns:a16="http://schemas.microsoft.com/office/drawing/2014/main" id="{BB502592-B449-40C6-A8BF-E8CE3E0DC826}"/>
              </a:ext>
            </a:extLst>
          </p:cNvPr>
          <p:cNvCxnSpPr/>
          <p:nvPr/>
        </p:nvCxnSpPr>
        <p:spPr>
          <a:xfrm flipV="1">
            <a:off x="10236200" y="2119321"/>
            <a:ext cx="0" cy="7815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F6A7E7A-2C46-49EE-880A-03CBB4426A4A}"/>
              </a:ext>
            </a:extLst>
          </p:cNvPr>
          <p:cNvCxnSpPr/>
          <p:nvPr/>
        </p:nvCxnSpPr>
        <p:spPr>
          <a:xfrm>
            <a:off x="4987553" y="3829173"/>
            <a:ext cx="35121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5C002236-DCC1-4593-9DCC-3C46E162D6AF}"/>
              </a:ext>
            </a:extLst>
          </p:cNvPr>
          <p:cNvCxnSpPr/>
          <p:nvPr/>
        </p:nvCxnSpPr>
        <p:spPr>
          <a:xfrm flipV="1">
            <a:off x="5338763" y="2951842"/>
            <a:ext cx="0" cy="87733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2" name="Straight Connector 1591">
            <a:extLst>
              <a:ext uri="{FF2B5EF4-FFF2-40B4-BE49-F238E27FC236}">
                <a16:creationId xmlns:a16="http://schemas.microsoft.com/office/drawing/2014/main" id="{B6F59696-DE61-4300-BC5E-2056284BE302}"/>
              </a:ext>
            </a:extLst>
          </p:cNvPr>
          <p:cNvCxnSpPr/>
          <p:nvPr/>
        </p:nvCxnSpPr>
        <p:spPr>
          <a:xfrm>
            <a:off x="5338763" y="2951842"/>
            <a:ext cx="496398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4" name="Straight Connector 1593">
            <a:extLst>
              <a:ext uri="{FF2B5EF4-FFF2-40B4-BE49-F238E27FC236}">
                <a16:creationId xmlns:a16="http://schemas.microsoft.com/office/drawing/2014/main" id="{BAB34DAD-D586-4A29-B7C2-F7D71A6B26AA}"/>
              </a:ext>
            </a:extLst>
          </p:cNvPr>
          <p:cNvCxnSpPr/>
          <p:nvPr/>
        </p:nvCxnSpPr>
        <p:spPr>
          <a:xfrm>
            <a:off x="10083800" y="2034419"/>
            <a:ext cx="218943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6" name="Straight Connector 1595">
            <a:extLst>
              <a:ext uri="{FF2B5EF4-FFF2-40B4-BE49-F238E27FC236}">
                <a16:creationId xmlns:a16="http://schemas.microsoft.com/office/drawing/2014/main" id="{674ECB5C-CB60-425D-A5CE-741EAD31DD40}"/>
              </a:ext>
            </a:extLst>
          </p:cNvPr>
          <p:cNvCxnSpPr/>
          <p:nvPr/>
        </p:nvCxnSpPr>
        <p:spPr>
          <a:xfrm flipV="1">
            <a:off x="10302743" y="2034419"/>
            <a:ext cx="0" cy="917423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8" name="Straight Connector 1597">
            <a:extLst>
              <a:ext uri="{FF2B5EF4-FFF2-40B4-BE49-F238E27FC236}">
                <a16:creationId xmlns:a16="http://schemas.microsoft.com/office/drawing/2014/main" id="{E8C4CFC3-7939-4BBE-B5FE-39781A3707EF}"/>
              </a:ext>
            </a:extLst>
          </p:cNvPr>
          <p:cNvCxnSpPr>
            <a:cxnSpLocks/>
          </p:cNvCxnSpPr>
          <p:nvPr/>
        </p:nvCxnSpPr>
        <p:spPr>
          <a:xfrm>
            <a:off x="4981203" y="3726027"/>
            <a:ext cx="40439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1" name="Straight Connector 1600">
            <a:extLst>
              <a:ext uri="{FF2B5EF4-FFF2-40B4-BE49-F238E27FC236}">
                <a16:creationId xmlns:a16="http://schemas.microsoft.com/office/drawing/2014/main" id="{1FF54E26-2653-4B7C-87D9-D848CFF1C6CF}"/>
              </a:ext>
            </a:extLst>
          </p:cNvPr>
          <p:cNvCxnSpPr/>
          <p:nvPr/>
        </p:nvCxnSpPr>
        <p:spPr>
          <a:xfrm flipV="1">
            <a:off x="5379922" y="3004695"/>
            <a:ext cx="0" cy="721331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3" name="Straight Connector 1602">
            <a:extLst>
              <a:ext uri="{FF2B5EF4-FFF2-40B4-BE49-F238E27FC236}">
                <a16:creationId xmlns:a16="http://schemas.microsoft.com/office/drawing/2014/main" id="{59FDDF66-88B2-4436-AA68-7E6D84C2D0C3}"/>
              </a:ext>
            </a:extLst>
          </p:cNvPr>
          <p:cNvCxnSpPr/>
          <p:nvPr/>
        </p:nvCxnSpPr>
        <p:spPr>
          <a:xfrm>
            <a:off x="5373183" y="3004694"/>
            <a:ext cx="499610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5" name="Straight Connector 1604">
            <a:extLst>
              <a:ext uri="{FF2B5EF4-FFF2-40B4-BE49-F238E27FC236}">
                <a16:creationId xmlns:a16="http://schemas.microsoft.com/office/drawing/2014/main" id="{51D62225-3BFF-4543-A012-2C90D12877C0}"/>
              </a:ext>
            </a:extLst>
          </p:cNvPr>
          <p:cNvCxnSpPr/>
          <p:nvPr/>
        </p:nvCxnSpPr>
        <p:spPr>
          <a:xfrm>
            <a:off x="10088563" y="1884363"/>
            <a:ext cx="28548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7" name="Straight Connector 1606">
            <a:extLst>
              <a:ext uri="{FF2B5EF4-FFF2-40B4-BE49-F238E27FC236}">
                <a16:creationId xmlns:a16="http://schemas.microsoft.com/office/drawing/2014/main" id="{DFC2D1D7-44E2-4746-93E6-DC7DDD676740}"/>
              </a:ext>
            </a:extLst>
          </p:cNvPr>
          <p:cNvCxnSpPr/>
          <p:nvPr/>
        </p:nvCxnSpPr>
        <p:spPr>
          <a:xfrm flipV="1">
            <a:off x="10369285" y="1890713"/>
            <a:ext cx="0" cy="1113981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9" name="Straight Connector 1608">
            <a:extLst>
              <a:ext uri="{FF2B5EF4-FFF2-40B4-BE49-F238E27FC236}">
                <a16:creationId xmlns:a16="http://schemas.microsoft.com/office/drawing/2014/main" id="{2406C626-CF1D-411F-A3A9-CC2A383FEDFB}"/>
              </a:ext>
            </a:extLst>
          </p:cNvPr>
          <p:cNvCxnSpPr/>
          <p:nvPr/>
        </p:nvCxnSpPr>
        <p:spPr>
          <a:xfrm>
            <a:off x="4985966" y="3630365"/>
            <a:ext cx="427382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1" name="Straight Connector 1610">
            <a:extLst>
              <a:ext uri="{FF2B5EF4-FFF2-40B4-BE49-F238E27FC236}">
                <a16:creationId xmlns:a16="http://schemas.microsoft.com/office/drawing/2014/main" id="{7A42DA8E-89A4-4EB7-AFFB-850A9BDBB512}"/>
              </a:ext>
            </a:extLst>
          </p:cNvPr>
          <p:cNvCxnSpPr>
            <a:cxnSpLocks/>
          </p:cNvCxnSpPr>
          <p:nvPr/>
        </p:nvCxnSpPr>
        <p:spPr>
          <a:xfrm flipV="1">
            <a:off x="5413348" y="3068102"/>
            <a:ext cx="0" cy="562264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3" name="Straight Connector 1612">
            <a:extLst>
              <a:ext uri="{FF2B5EF4-FFF2-40B4-BE49-F238E27FC236}">
                <a16:creationId xmlns:a16="http://schemas.microsoft.com/office/drawing/2014/main" id="{2B80C6BC-AAA5-4E07-89AB-CD68632ECAF3}"/>
              </a:ext>
            </a:extLst>
          </p:cNvPr>
          <p:cNvCxnSpPr/>
          <p:nvPr/>
        </p:nvCxnSpPr>
        <p:spPr>
          <a:xfrm>
            <a:off x="5408585" y="30681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6" name="Straight Connector 1615">
            <a:extLst>
              <a:ext uri="{FF2B5EF4-FFF2-40B4-BE49-F238E27FC236}">
                <a16:creationId xmlns:a16="http://schemas.microsoft.com/office/drawing/2014/main" id="{6836C615-9168-4390-90FC-5C45E1271171}"/>
              </a:ext>
            </a:extLst>
          </p:cNvPr>
          <p:cNvCxnSpPr>
            <a:cxnSpLocks/>
          </p:cNvCxnSpPr>
          <p:nvPr/>
        </p:nvCxnSpPr>
        <p:spPr>
          <a:xfrm>
            <a:off x="5420013" y="3071021"/>
            <a:ext cx="5005100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1" name="Straight Connector 1620">
            <a:extLst>
              <a:ext uri="{FF2B5EF4-FFF2-40B4-BE49-F238E27FC236}">
                <a16:creationId xmlns:a16="http://schemas.microsoft.com/office/drawing/2014/main" id="{ED7C44EA-6578-4E69-86FF-720F078172A4}"/>
              </a:ext>
            </a:extLst>
          </p:cNvPr>
          <p:cNvCxnSpPr>
            <a:cxnSpLocks/>
          </p:cNvCxnSpPr>
          <p:nvPr/>
        </p:nvCxnSpPr>
        <p:spPr>
          <a:xfrm>
            <a:off x="10088563" y="1790700"/>
            <a:ext cx="341313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3" name="Straight Connector 1622">
            <a:extLst>
              <a:ext uri="{FF2B5EF4-FFF2-40B4-BE49-F238E27FC236}">
                <a16:creationId xmlns:a16="http://schemas.microsoft.com/office/drawing/2014/main" id="{AA23FCAE-29C0-425B-979A-C078730CDAB6}"/>
              </a:ext>
            </a:extLst>
          </p:cNvPr>
          <p:cNvCxnSpPr/>
          <p:nvPr/>
        </p:nvCxnSpPr>
        <p:spPr>
          <a:xfrm flipV="1">
            <a:off x="10425113" y="1790700"/>
            <a:ext cx="0" cy="1277402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0" name="Straight Connector 1629">
            <a:extLst>
              <a:ext uri="{FF2B5EF4-FFF2-40B4-BE49-F238E27FC236}">
                <a16:creationId xmlns:a16="http://schemas.microsoft.com/office/drawing/2014/main" id="{C6D4A800-D1B7-4FDD-BD68-AC268E436C16}"/>
              </a:ext>
            </a:extLst>
          </p:cNvPr>
          <p:cNvCxnSpPr/>
          <p:nvPr/>
        </p:nvCxnSpPr>
        <p:spPr>
          <a:xfrm>
            <a:off x="4981203" y="3522393"/>
            <a:ext cx="480721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2" name="Straight Connector 1631">
            <a:extLst>
              <a:ext uri="{FF2B5EF4-FFF2-40B4-BE49-F238E27FC236}">
                <a16:creationId xmlns:a16="http://schemas.microsoft.com/office/drawing/2014/main" id="{A216F57C-DA84-4C57-A8A4-B65EFB33759A}"/>
              </a:ext>
            </a:extLst>
          </p:cNvPr>
          <p:cNvCxnSpPr/>
          <p:nvPr/>
        </p:nvCxnSpPr>
        <p:spPr>
          <a:xfrm flipV="1">
            <a:off x="5456818" y="3119270"/>
            <a:ext cx="0" cy="40412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6" name="Straight Connector 1635">
            <a:extLst>
              <a:ext uri="{FF2B5EF4-FFF2-40B4-BE49-F238E27FC236}">
                <a16:creationId xmlns:a16="http://schemas.microsoft.com/office/drawing/2014/main" id="{DAF9811D-7AC3-46EA-AD6A-4C4C279C2B71}"/>
              </a:ext>
            </a:extLst>
          </p:cNvPr>
          <p:cNvCxnSpPr/>
          <p:nvPr/>
        </p:nvCxnSpPr>
        <p:spPr>
          <a:xfrm>
            <a:off x="5456818" y="3116633"/>
            <a:ext cx="501592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8" name="Straight Connector 1637">
            <a:extLst>
              <a:ext uri="{FF2B5EF4-FFF2-40B4-BE49-F238E27FC236}">
                <a16:creationId xmlns:a16="http://schemas.microsoft.com/office/drawing/2014/main" id="{B366717A-863C-4DFD-9F73-1A01FBB9BCD4}"/>
              </a:ext>
            </a:extLst>
          </p:cNvPr>
          <p:cNvCxnSpPr>
            <a:cxnSpLocks/>
          </p:cNvCxnSpPr>
          <p:nvPr/>
        </p:nvCxnSpPr>
        <p:spPr>
          <a:xfrm>
            <a:off x="10111513" y="1694499"/>
            <a:ext cx="361225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0" name="Straight Connector 1639">
            <a:extLst>
              <a:ext uri="{FF2B5EF4-FFF2-40B4-BE49-F238E27FC236}">
                <a16:creationId xmlns:a16="http://schemas.microsoft.com/office/drawing/2014/main" id="{94D3DA1E-6303-41CB-BE01-F92791D0BFD3}"/>
              </a:ext>
            </a:extLst>
          </p:cNvPr>
          <p:cNvCxnSpPr/>
          <p:nvPr/>
        </p:nvCxnSpPr>
        <p:spPr>
          <a:xfrm flipV="1">
            <a:off x="10472738" y="1694499"/>
            <a:ext cx="0" cy="142213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4" name="Straight Connector 1643">
            <a:extLst>
              <a:ext uri="{FF2B5EF4-FFF2-40B4-BE49-F238E27FC236}">
                <a16:creationId xmlns:a16="http://schemas.microsoft.com/office/drawing/2014/main" id="{A8543F10-EF34-4F5B-B77C-5E86544A071F}"/>
              </a:ext>
            </a:extLst>
          </p:cNvPr>
          <p:cNvCxnSpPr/>
          <p:nvPr/>
        </p:nvCxnSpPr>
        <p:spPr>
          <a:xfrm>
            <a:off x="4968503" y="3429000"/>
            <a:ext cx="524280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6" name="Straight Connector 1645">
            <a:extLst>
              <a:ext uri="{FF2B5EF4-FFF2-40B4-BE49-F238E27FC236}">
                <a16:creationId xmlns:a16="http://schemas.microsoft.com/office/drawing/2014/main" id="{8BD07579-467B-4794-8FC2-6388360A4950}"/>
              </a:ext>
            </a:extLst>
          </p:cNvPr>
          <p:cNvCxnSpPr/>
          <p:nvPr/>
        </p:nvCxnSpPr>
        <p:spPr>
          <a:xfrm flipV="1">
            <a:off x="5488990" y="3148976"/>
            <a:ext cx="0" cy="27875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8" name="Straight Connector 1647">
            <a:extLst>
              <a:ext uri="{FF2B5EF4-FFF2-40B4-BE49-F238E27FC236}">
                <a16:creationId xmlns:a16="http://schemas.microsoft.com/office/drawing/2014/main" id="{D3AC8EE9-A9CA-4339-B501-584332D70C0F}"/>
              </a:ext>
            </a:extLst>
          </p:cNvPr>
          <p:cNvCxnSpPr>
            <a:cxnSpLocks/>
          </p:cNvCxnSpPr>
          <p:nvPr/>
        </p:nvCxnSpPr>
        <p:spPr>
          <a:xfrm>
            <a:off x="5488990" y="3152229"/>
            <a:ext cx="5032960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1" name="Straight Connector 1650">
            <a:extLst>
              <a:ext uri="{FF2B5EF4-FFF2-40B4-BE49-F238E27FC236}">
                <a16:creationId xmlns:a16="http://schemas.microsoft.com/office/drawing/2014/main" id="{A9693AAD-C9F4-4906-884A-12B86F37F9B1}"/>
              </a:ext>
            </a:extLst>
          </p:cNvPr>
          <p:cNvCxnSpPr/>
          <p:nvPr/>
        </p:nvCxnSpPr>
        <p:spPr>
          <a:xfrm>
            <a:off x="10111513" y="1604812"/>
            <a:ext cx="410437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3" name="Straight Connector 1652">
            <a:extLst>
              <a:ext uri="{FF2B5EF4-FFF2-40B4-BE49-F238E27FC236}">
                <a16:creationId xmlns:a16="http://schemas.microsoft.com/office/drawing/2014/main" id="{785E3B18-1262-4DCC-9707-22E7742537BA}"/>
              </a:ext>
            </a:extLst>
          </p:cNvPr>
          <p:cNvCxnSpPr/>
          <p:nvPr/>
        </p:nvCxnSpPr>
        <p:spPr>
          <a:xfrm flipV="1">
            <a:off x="10521950" y="1604812"/>
            <a:ext cx="0" cy="1544164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5" name="Straight Connector 1654">
            <a:extLst>
              <a:ext uri="{FF2B5EF4-FFF2-40B4-BE49-F238E27FC236}">
                <a16:creationId xmlns:a16="http://schemas.microsoft.com/office/drawing/2014/main" id="{CBA73E0B-1CA5-4E9E-9786-45507BEE8C60}"/>
              </a:ext>
            </a:extLst>
          </p:cNvPr>
          <p:cNvCxnSpPr>
            <a:cxnSpLocks/>
          </p:cNvCxnSpPr>
          <p:nvPr/>
        </p:nvCxnSpPr>
        <p:spPr>
          <a:xfrm flipH="1">
            <a:off x="7258704" y="1755850"/>
            <a:ext cx="1142346" cy="481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7" name="Straight Connector 1656">
            <a:extLst>
              <a:ext uri="{FF2B5EF4-FFF2-40B4-BE49-F238E27FC236}">
                <a16:creationId xmlns:a16="http://schemas.microsoft.com/office/drawing/2014/main" id="{1F8FBCB1-4CC6-4C41-8C4E-4042386C755D}"/>
              </a:ext>
            </a:extLst>
          </p:cNvPr>
          <p:cNvCxnSpPr>
            <a:cxnSpLocks/>
          </p:cNvCxnSpPr>
          <p:nvPr/>
        </p:nvCxnSpPr>
        <p:spPr>
          <a:xfrm>
            <a:off x="7258703" y="1760667"/>
            <a:ext cx="0" cy="63974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0" name="Straight Connector 1659">
            <a:extLst>
              <a:ext uri="{FF2B5EF4-FFF2-40B4-BE49-F238E27FC236}">
                <a16:creationId xmlns:a16="http://schemas.microsoft.com/office/drawing/2014/main" id="{5081F8DC-0B62-4A6C-97A7-A88F377F185C}"/>
              </a:ext>
            </a:extLst>
          </p:cNvPr>
          <p:cNvCxnSpPr>
            <a:cxnSpLocks/>
          </p:cNvCxnSpPr>
          <p:nvPr/>
        </p:nvCxnSpPr>
        <p:spPr>
          <a:xfrm>
            <a:off x="7105650" y="2403587"/>
            <a:ext cx="15305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4" name="Straight Connector 1663">
            <a:extLst>
              <a:ext uri="{FF2B5EF4-FFF2-40B4-BE49-F238E27FC236}">
                <a16:creationId xmlns:a16="http://schemas.microsoft.com/office/drawing/2014/main" id="{188F888A-1BE6-4635-AF1A-390C1E116024}"/>
              </a:ext>
            </a:extLst>
          </p:cNvPr>
          <p:cNvCxnSpPr>
            <a:cxnSpLocks/>
          </p:cNvCxnSpPr>
          <p:nvPr/>
        </p:nvCxnSpPr>
        <p:spPr>
          <a:xfrm>
            <a:off x="11156978" y="767114"/>
            <a:ext cx="0" cy="14787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7" name="Straight Connector 1666">
            <a:extLst>
              <a:ext uri="{FF2B5EF4-FFF2-40B4-BE49-F238E27FC236}">
                <a16:creationId xmlns:a16="http://schemas.microsoft.com/office/drawing/2014/main" id="{713CD703-FE86-4C4A-B29E-D0CFD19041B4}"/>
              </a:ext>
            </a:extLst>
          </p:cNvPr>
          <p:cNvCxnSpPr>
            <a:cxnSpLocks/>
          </p:cNvCxnSpPr>
          <p:nvPr/>
        </p:nvCxnSpPr>
        <p:spPr>
          <a:xfrm flipH="1" flipV="1">
            <a:off x="10420085" y="914988"/>
            <a:ext cx="736895" cy="359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9" name="Straight Connector 1668">
            <a:extLst>
              <a:ext uri="{FF2B5EF4-FFF2-40B4-BE49-F238E27FC236}">
                <a16:creationId xmlns:a16="http://schemas.microsoft.com/office/drawing/2014/main" id="{CA037BB1-3901-4237-AE90-FACB22974CFD}"/>
              </a:ext>
            </a:extLst>
          </p:cNvPr>
          <p:cNvCxnSpPr>
            <a:cxnSpLocks/>
          </p:cNvCxnSpPr>
          <p:nvPr/>
        </p:nvCxnSpPr>
        <p:spPr>
          <a:xfrm>
            <a:off x="10420085" y="30956"/>
            <a:ext cx="0" cy="88762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7" name="Straight Connector 1676">
            <a:extLst>
              <a:ext uri="{FF2B5EF4-FFF2-40B4-BE49-F238E27FC236}">
                <a16:creationId xmlns:a16="http://schemas.microsoft.com/office/drawing/2014/main" id="{34AAF914-BD0B-4CEE-AB4D-C9C3A46ABD0F}"/>
              </a:ext>
            </a:extLst>
          </p:cNvPr>
          <p:cNvCxnSpPr>
            <a:cxnSpLocks/>
          </p:cNvCxnSpPr>
          <p:nvPr/>
        </p:nvCxnSpPr>
        <p:spPr>
          <a:xfrm flipH="1">
            <a:off x="7778750" y="30956"/>
            <a:ext cx="264768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0" name="Straight Connector 1679">
            <a:extLst>
              <a:ext uri="{FF2B5EF4-FFF2-40B4-BE49-F238E27FC236}">
                <a16:creationId xmlns:a16="http://schemas.microsoft.com/office/drawing/2014/main" id="{B2468682-0AAA-4B27-A7DB-CA899AA1CAAA}"/>
              </a:ext>
            </a:extLst>
          </p:cNvPr>
          <p:cNvCxnSpPr>
            <a:cxnSpLocks/>
          </p:cNvCxnSpPr>
          <p:nvPr/>
        </p:nvCxnSpPr>
        <p:spPr>
          <a:xfrm flipH="1">
            <a:off x="7784682" y="30956"/>
            <a:ext cx="6768" cy="162200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5" name="Straight Connector 1684">
            <a:extLst>
              <a:ext uri="{FF2B5EF4-FFF2-40B4-BE49-F238E27FC236}">
                <a16:creationId xmlns:a16="http://schemas.microsoft.com/office/drawing/2014/main" id="{5DC9D8CE-7FD5-4827-A621-241BE3A2BF3E}"/>
              </a:ext>
            </a:extLst>
          </p:cNvPr>
          <p:cNvCxnSpPr>
            <a:cxnSpLocks/>
          </p:cNvCxnSpPr>
          <p:nvPr/>
        </p:nvCxnSpPr>
        <p:spPr>
          <a:xfrm flipH="1">
            <a:off x="7003256" y="1652960"/>
            <a:ext cx="78142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7" name="Straight Connector 1686">
            <a:extLst>
              <a:ext uri="{FF2B5EF4-FFF2-40B4-BE49-F238E27FC236}">
                <a16:creationId xmlns:a16="http://schemas.microsoft.com/office/drawing/2014/main" id="{BB0222D2-770B-4159-ADB7-86F3159FBABA}"/>
              </a:ext>
            </a:extLst>
          </p:cNvPr>
          <p:cNvCxnSpPr>
            <a:cxnSpLocks/>
          </p:cNvCxnSpPr>
          <p:nvPr/>
        </p:nvCxnSpPr>
        <p:spPr>
          <a:xfrm>
            <a:off x="7003256" y="1652960"/>
            <a:ext cx="0" cy="74745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2" name="Straight Connector 1691">
            <a:extLst>
              <a:ext uri="{FF2B5EF4-FFF2-40B4-BE49-F238E27FC236}">
                <a16:creationId xmlns:a16="http://schemas.microsoft.com/office/drawing/2014/main" id="{1BFA5B9F-4F0A-49E8-8891-1B96547F4D3E}"/>
              </a:ext>
            </a:extLst>
          </p:cNvPr>
          <p:cNvCxnSpPr>
            <a:cxnSpLocks/>
          </p:cNvCxnSpPr>
          <p:nvPr/>
        </p:nvCxnSpPr>
        <p:spPr>
          <a:xfrm>
            <a:off x="11414125" y="770890"/>
            <a:ext cx="0" cy="5504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96" name="Picture 1695">
            <a:extLst>
              <a:ext uri="{FF2B5EF4-FFF2-40B4-BE49-F238E27FC236}">
                <a16:creationId xmlns:a16="http://schemas.microsoft.com/office/drawing/2014/main" id="{0CC3CCBF-239A-4AEB-87FA-30C2BEC944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4713" y="3863515"/>
            <a:ext cx="1082830" cy="464663"/>
          </a:xfrm>
          <a:prstGeom prst="rect">
            <a:avLst/>
          </a:prstGeom>
        </p:spPr>
      </p:pic>
      <p:cxnSp>
        <p:nvCxnSpPr>
          <p:cNvPr id="1698" name="Straight Connector 1697">
            <a:extLst>
              <a:ext uri="{FF2B5EF4-FFF2-40B4-BE49-F238E27FC236}">
                <a16:creationId xmlns:a16="http://schemas.microsoft.com/office/drawing/2014/main" id="{B4CB5EB0-3AE3-4429-A3AE-01A13D24C4CC}"/>
              </a:ext>
            </a:extLst>
          </p:cNvPr>
          <p:cNvCxnSpPr>
            <a:cxnSpLocks/>
          </p:cNvCxnSpPr>
          <p:nvPr/>
        </p:nvCxnSpPr>
        <p:spPr>
          <a:xfrm>
            <a:off x="1851635" y="4211455"/>
            <a:ext cx="77169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5" name="Straight Connector 1704">
            <a:extLst>
              <a:ext uri="{FF2B5EF4-FFF2-40B4-BE49-F238E27FC236}">
                <a16:creationId xmlns:a16="http://schemas.microsoft.com/office/drawing/2014/main" id="{448AA433-0FF2-44AF-A5F1-663508958A78}"/>
              </a:ext>
            </a:extLst>
          </p:cNvPr>
          <p:cNvCxnSpPr>
            <a:cxnSpLocks/>
          </p:cNvCxnSpPr>
          <p:nvPr/>
        </p:nvCxnSpPr>
        <p:spPr>
          <a:xfrm>
            <a:off x="1924042" y="4204961"/>
            <a:ext cx="0" cy="2227589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2" name="Straight Connector 1711">
            <a:extLst>
              <a:ext uri="{FF2B5EF4-FFF2-40B4-BE49-F238E27FC236}">
                <a16:creationId xmlns:a16="http://schemas.microsoft.com/office/drawing/2014/main" id="{35AAC225-BAEE-4F17-9A34-D6208B960999}"/>
              </a:ext>
            </a:extLst>
          </p:cNvPr>
          <p:cNvCxnSpPr/>
          <p:nvPr/>
        </p:nvCxnSpPr>
        <p:spPr>
          <a:xfrm>
            <a:off x="1924042" y="6432550"/>
            <a:ext cx="5079214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4" name="Straight Connector 1713">
            <a:extLst>
              <a:ext uri="{FF2B5EF4-FFF2-40B4-BE49-F238E27FC236}">
                <a16:creationId xmlns:a16="http://schemas.microsoft.com/office/drawing/2014/main" id="{7399B5EC-2BE4-44B1-803B-F343DA69BC34}"/>
              </a:ext>
            </a:extLst>
          </p:cNvPr>
          <p:cNvCxnSpPr/>
          <p:nvPr/>
        </p:nvCxnSpPr>
        <p:spPr>
          <a:xfrm flipV="1">
            <a:off x="7003256" y="4024007"/>
            <a:ext cx="0" cy="2408543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6" name="Straight Connector 1715">
            <a:extLst>
              <a:ext uri="{FF2B5EF4-FFF2-40B4-BE49-F238E27FC236}">
                <a16:creationId xmlns:a16="http://schemas.microsoft.com/office/drawing/2014/main" id="{00A55B4C-C94B-4CE4-9149-F3ACE3F18DC5}"/>
              </a:ext>
            </a:extLst>
          </p:cNvPr>
          <p:cNvCxnSpPr/>
          <p:nvPr/>
        </p:nvCxnSpPr>
        <p:spPr>
          <a:xfrm>
            <a:off x="7003256" y="4022422"/>
            <a:ext cx="826621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8" name="Straight Connector 1717">
            <a:extLst>
              <a:ext uri="{FF2B5EF4-FFF2-40B4-BE49-F238E27FC236}">
                <a16:creationId xmlns:a16="http://schemas.microsoft.com/office/drawing/2014/main" id="{43522E94-DB17-47B8-8D56-7071F76052F9}"/>
              </a:ext>
            </a:extLst>
          </p:cNvPr>
          <p:cNvCxnSpPr>
            <a:cxnSpLocks/>
          </p:cNvCxnSpPr>
          <p:nvPr/>
        </p:nvCxnSpPr>
        <p:spPr>
          <a:xfrm flipV="1">
            <a:off x="7820753" y="3206038"/>
            <a:ext cx="0" cy="816384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0" name="Straight Connector 1719">
            <a:extLst>
              <a:ext uri="{FF2B5EF4-FFF2-40B4-BE49-F238E27FC236}">
                <a16:creationId xmlns:a16="http://schemas.microsoft.com/office/drawing/2014/main" id="{03191863-44B2-49A6-9832-1FA4258C946E}"/>
              </a:ext>
            </a:extLst>
          </p:cNvPr>
          <p:cNvCxnSpPr/>
          <p:nvPr/>
        </p:nvCxnSpPr>
        <p:spPr>
          <a:xfrm>
            <a:off x="7820753" y="3206038"/>
            <a:ext cx="2775948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2" name="Straight Connector 1721">
            <a:extLst>
              <a:ext uri="{FF2B5EF4-FFF2-40B4-BE49-F238E27FC236}">
                <a16:creationId xmlns:a16="http://schemas.microsoft.com/office/drawing/2014/main" id="{595AC8AC-64CC-4626-8EC1-7D8AED07B48D}"/>
              </a:ext>
            </a:extLst>
          </p:cNvPr>
          <p:cNvCxnSpPr/>
          <p:nvPr/>
        </p:nvCxnSpPr>
        <p:spPr>
          <a:xfrm>
            <a:off x="10111513" y="2582916"/>
            <a:ext cx="485188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4" name="Straight Connector 1723">
            <a:extLst>
              <a:ext uri="{FF2B5EF4-FFF2-40B4-BE49-F238E27FC236}">
                <a16:creationId xmlns:a16="http://schemas.microsoft.com/office/drawing/2014/main" id="{A439824E-E2BC-4FB7-9735-D6ED13187272}"/>
              </a:ext>
            </a:extLst>
          </p:cNvPr>
          <p:cNvCxnSpPr/>
          <p:nvPr/>
        </p:nvCxnSpPr>
        <p:spPr>
          <a:xfrm>
            <a:off x="10596701" y="2582916"/>
            <a:ext cx="0" cy="623122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6" name="Straight Connector 1725">
            <a:extLst>
              <a:ext uri="{FF2B5EF4-FFF2-40B4-BE49-F238E27FC236}">
                <a16:creationId xmlns:a16="http://schemas.microsoft.com/office/drawing/2014/main" id="{FB7A6288-A908-4255-8805-E6F016274917}"/>
              </a:ext>
            </a:extLst>
          </p:cNvPr>
          <p:cNvCxnSpPr/>
          <p:nvPr/>
        </p:nvCxnSpPr>
        <p:spPr>
          <a:xfrm>
            <a:off x="1846876" y="4131583"/>
            <a:ext cx="124794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8" name="Straight Connector 1727">
            <a:extLst>
              <a:ext uri="{FF2B5EF4-FFF2-40B4-BE49-F238E27FC236}">
                <a16:creationId xmlns:a16="http://schemas.microsoft.com/office/drawing/2014/main" id="{DE1BB84A-ACFE-4C4E-9AA4-C202BB84A0BE}"/>
              </a:ext>
            </a:extLst>
          </p:cNvPr>
          <p:cNvCxnSpPr>
            <a:cxnSpLocks/>
          </p:cNvCxnSpPr>
          <p:nvPr/>
        </p:nvCxnSpPr>
        <p:spPr>
          <a:xfrm>
            <a:off x="1971670" y="4126820"/>
            <a:ext cx="0" cy="225016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2" name="Straight Connector 1731">
            <a:extLst>
              <a:ext uri="{FF2B5EF4-FFF2-40B4-BE49-F238E27FC236}">
                <a16:creationId xmlns:a16="http://schemas.microsoft.com/office/drawing/2014/main" id="{D891B2B3-A43F-4392-AE46-39A83D1F9154}"/>
              </a:ext>
            </a:extLst>
          </p:cNvPr>
          <p:cNvCxnSpPr/>
          <p:nvPr/>
        </p:nvCxnSpPr>
        <p:spPr>
          <a:xfrm>
            <a:off x="1971670" y="6376988"/>
            <a:ext cx="507683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4" name="Straight Connector 1733">
            <a:extLst>
              <a:ext uri="{FF2B5EF4-FFF2-40B4-BE49-F238E27FC236}">
                <a16:creationId xmlns:a16="http://schemas.microsoft.com/office/drawing/2014/main" id="{A41679C0-6D4A-4EF6-966A-E12D25BCE5A2}"/>
              </a:ext>
            </a:extLst>
          </p:cNvPr>
          <p:cNvCxnSpPr>
            <a:cxnSpLocks/>
          </p:cNvCxnSpPr>
          <p:nvPr/>
        </p:nvCxnSpPr>
        <p:spPr>
          <a:xfrm flipV="1">
            <a:off x="7048500" y="4095846"/>
            <a:ext cx="0" cy="2281142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8" name="Straight Connector 1737">
            <a:extLst>
              <a:ext uri="{FF2B5EF4-FFF2-40B4-BE49-F238E27FC236}">
                <a16:creationId xmlns:a16="http://schemas.microsoft.com/office/drawing/2014/main" id="{BA80DCA1-3D53-4DDD-9400-8E905ADA7533}"/>
              </a:ext>
            </a:extLst>
          </p:cNvPr>
          <p:cNvCxnSpPr/>
          <p:nvPr/>
        </p:nvCxnSpPr>
        <p:spPr>
          <a:xfrm>
            <a:off x="7048500" y="4095846"/>
            <a:ext cx="82124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3" name="Straight Connector 1742">
            <a:extLst>
              <a:ext uri="{FF2B5EF4-FFF2-40B4-BE49-F238E27FC236}">
                <a16:creationId xmlns:a16="http://schemas.microsoft.com/office/drawing/2014/main" id="{4EB16492-D0A0-4907-95A1-5EAF936DF4F7}"/>
              </a:ext>
            </a:extLst>
          </p:cNvPr>
          <p:cNvCxnSpPr/>
          <p:nvPr/>
        </p:nvCxnSpPr>
        <p:spPr>
          <a:xfrm flipV="1">
            <a:off x="7869742" y="3258270"/>
            <a:ext cx="0" cy="837576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5" name="Straight Connector 1744">
            <a:extLst>
              <a:ext uri="{FF2B5EF4-FFF2-40B4-BE49-F238E27FC236}">
                <a16:creationId xmlns:a16="http://schemas.microsoft.com/office/drawing/2014/main" id="{AF003AFB-5189-496C-AFD6-A9E5BC6EF17C}"/>
              </a:ext>
            </a:extLst>
          </p:cNvPr>
          <p:cNvCxnSpPr/>
          <p:nvPr/>
        </p:nvCxnSpPr>
        <p:spPr>
          <a:xfrm>
            <a:off x="7869742" y="3258270"/>
            <a:ext cx="277444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7" name="Straight Connector 1746">
            <a:extLst>
              <a:ext uri="{FF2B5EF4-FFF2-40B4-BE49-F238E27FC236}">
                <a16:creationId xmlns:a16="http://schemas.microsoft.com/office/drawing/2014/main" id="{BACFEDC5-2498-4F63-BE7A-D44BE66DD62F}"/>
              </a:ext>
            </a:extLst>
          </p:cNvPr>
          <p:cNvCxnSpPr/>
          <p:nvPr/>
        </p:nvCxnSpPr>
        <p:spPr>
          <a:xfrm>
            <a:off x="10111513" y="2682878"/>
            <a:ext cx="53267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9" name="Straight Connector 1748">
            <a:extLst>
              <a:ext uri="{FF2B5EF4-FFF2-40B4-BE49-F238E27FC236}">
                <a16:creationId xmlns:a16="http://schemas.microsoft.com/office/drawing/2014/main" id="{86076284-CB70-4983-B5D0-FF1B518F7EB2}"/>
              </a:ext>
            </a:extLst>
          </p:cNvPr>
          <p:cNvCxnSpPr/>
          <p:nvPr/>
        </p:nvCxnSpPr>
        <p:spPr>
          <a:xfrm flipV="1">
            <a:off x="10644188" y="2682878"/>
            <a:ext cx="0" cy="575392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1" name="Straight Connector 1750">
            <a:extLst>
              <a:ext uri="{FF2B5EF4-FFF2-40B4-BE49-F238E27FC236}">
                <a16:creationId xmlns:a16="http://schemas.microsoft.com/office/drawing/2014/main" id="{396886CA-E77F-48F1-96CD-A9F5F5BF5E83}"/>
              </a:ext>
            </a:extLst>
          </p:cNvPr>
          <p:cNvCxnSpPr/>
          <p:nvPr/>
        </p:nvCxnSpPr>
        <p:spPr>
          <a:xfrm>
            <a:off x="1851020" y="4060522"/>
            <a:ext cx="1682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3" name="Straight Connector 1752">
            <a:extLst>
              <a:ext uri="{FF2B5EF4-FFF2-40B4-BE49-F238E27FC236}">
                <a16:creationId xmlns:a16="http://schemas.microsoft.com/office/drawing/2014/main" id="{D26C7D54-48D9-4CB8-9B92-E41121B683ED}"/>
              </a:ext>
            </a:extLst>
          </p:cNvPr>
          <p:cNvCxnSpPr/>
          <p:nvPr/>
        </p:nvCxnSpPr>
        <p:spPr>
          <a:xfrm>
            <a:off x="2019300" y="4060522"/>
            <a:ext cx="0" cy="22545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5" name="Straight Connector 1754">
            <a:extLst>
              <a:ext uri="{FF2B5EF4-FFF2-40B4-BE49-F238E27FC236}">
                <a16:creationId xmlns:a16="http://schemas.microsoft.com/office/drawing/2014/main" id="{DA5E62E4-6B9B-4DC0-BF82-FF5957DFA4E7}"/>
              </a:ext>
            </a:extLst>
          </p:cNvPr>
          <p:cNvCxnSpPr/>
          <p:nvPr/>
        </p:nvCxnSpPr>
        <p:spPr>
          <a:xfrm>
            <a:off x="2019300" y="6315111"/>
            <a:ext cx="50863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7" name="Straight Connector 1756">
            <a:extLst>
              <a:ext uri="{FF2B5EF4-FFF2-40B4-BE49-F238E27FC236}">
                <a16:creationId xmlns:a16="http://schemas.microsoft.com/office/drawing/2014/main" id="{B29D4800-2CF5-4E93-8BA1-676ED7B5948F}"/>
              </a:ext>
            </a:extLst>
          </p:cNvPr>
          <p:cNvCxnSpPr>
            <a:cxnSpLocks/>
          </p:cNvCxnSpPr>
          <p:nvPr/>
        </p:nvCxnSpPr>
        <p:spPr>
          <a:xfrm flipV="1">
            <a:off x="7105650" y="4164920"/>
            <a:ext cx="0" cy="21501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2" name="Straight Connector 1761">
            <a:extLst>
              <a:ext uri="{FF2B5EF4-FFF2-40B4-BE49-F238E27FC236}">
                <a16:creationId xmlns:a16="http://schemas.microsoft.com/office/drawing/2014/main" id="{4071FB27-716C-48FC-8D33-BFA2F119095A}"/>
              </a:ext>
            </a:extLst>
          </p:cNvPr>
          <p:cNvCxnSpPr/>
          <p:nvPr/>
        </p:nvCxnSpPr>
        <p:spPr>
          <a:xfrm>
            <a:off x="7105650" y="4164920"/>
            <a:ext cx="8169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4" name="Straight Connector 1763">
            <a:extLst>
              <a:ext uri="{FF2B5EF4-FFF2-40B4-BE49-F238E27FC236}">
                <a16:creationId xmlns:a16="http://schemas.microsoft.com/office/drawing/2014/main" id="{1ADA5FED-C54B-4A70-AE97-AB33EC089942}"/>
              </a:ext>
            </a:extLst>
          </p:cNvPr>
          <p:cNvCxnSpPr/>
          <p:nvPr/>
        </p:nvCxnSpPr>
        <p:spPr>
          <a:xfrm>
            <a:off x="7410449" y="3416287"/>
            <a:ext cx="5121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6" name="Straight Connector 1765">
            <a:extLst>
              <a:ext uri="{FF2B5EF4-FFF2-40B4-BE49-F238E27FC236}">
                <a16:creationId xmlns:a16="http://schemas.microsoft.com/office/drawing/2014/main" id="{303517B7-D6DF-40C0-AEA3-A527459CDA4E}"/>
              </a:ext>
            </a:extLst>
          </p:cNvPr>
          <p:cNvCxnSpPr/>
          <p:nvPr/>
        </p:nvCxnSpPr>
        <p:spPr>
          <a:xfrm>
            <a:off x="7922563" y="3416287"/>
            <a:ext cx="0" cy="748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8" name="Straight Connector 1767">
            <a:extLst>
              <a:ext uri="{FF2B5EF4-FFF2-40B4-BE49-F238E27FC236}">
                <a16:creationId xmlns:a16="http://schemas.microsoft.com/office/drawing/2014/main" id="{618C7AA9-A4FD-4FEB-AEFA-5AECB158A534}"/>
              </a:ext>
            </a:extLst>
          </p:cNvPr>
          <p:cNvCxnSpPr/>
          <p:nvPr/>
        </p:nvCxnSpPr>
        <p:spPr>
          <a:xfrm>
            <a:off x="1844675" y="3984321"/>
            <a:ext cx="23812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0" name="Straight Connector 1769">
            <a:extLst>
              <a:ext uri="{FF2B5EF4-FFF2-40B4-BE49-F238E27FC236}">
                <a16:creationId xmlns:a16="http://schemas.microsoft.com/office/drawing/2014/main" id="{6616C93B-71C5-4BB9-932B-B61A408E1D16}"/>
              </a:ext>
            </a:extLst>
          </p:cNvPr>
          <p:cNvCxnSpPr/>
          <p:nvPr/>
        </p:nvCxnSpPr>
        <p:spPr>
          <a:xfrm>
            <a:off x="2076450" y="3984321"/>
            <a:ext cx="0" cy="227654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2" name="Straight Connector 1771">
            <a:extLst>
              <a:ext uri="{FF2B5EF4-FFF2-40B4-BE49-F238E27FC236}">
                <a16:creationId xmlns:a16="http://schemas.microsoft.com/office/drawing/2014/main" id="{A50104C2-EA9C-464F-842C-374C22F4AE1F}"/>
              </a:ext>
            </a:extLst>
          </p:cNvPr>
          <p:cNvCxnSpPr>
            <a:cxnSpLocks/>
          </p:cNvCxnSpPr>
          <p:nvPr/>
        </p:nvCxnSpPr>
        <p:spPr>
          <a:xfrm>
            <a:off x="2082793" y="6257158"/>
            <a:ext cx="5070481" cy="370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5" name="Straight Connector 1774">
            <a:extLst>
              <a:ext uri="{FF2B5EF4-FFF2-40B4-BE49-F238E27FC236}">
                <a16:creationId xmlns:a16="http://schemas.microsoft.com/office/drawing/2014/main" id="{BA0EFF61-37D9-4CE0-8B35-4CEB828855DC}"/>
              </a:ext>
            </a:extLst>
          </p:cNvPr>
          <p:cNvCxnSpPr/>
          <p:nvPr/>
        </p:nvCxnSpPr>
        <p:spPr>
          <a:xfrm flipV="1">
            <a:off x="7153274" y="4228161"/>
            <a:ext cx="0" cy="202899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7" name="Straight Connector 1776">
            <a:extLst>
              <a:ext uri="{FF2B5EF4-FFF2-40B4-BE49-F238E27FC236}">
                <a16:creationId xmlns:a16="http://schemas.microsoft.com/office/drawing/2014/main" id="{2D874E64-3E62-48A2-A4B9-D7CEA73AFF8D}"/>
              </a:ext>
            </a:extLst>
          </p:cNvPr>
          <p:cNvCxnSpPr>
            <a:cxnSpLocks/>
          </p:cNvCxnSpPr>
          <p:nvPr/>
        </p:nvCxnSpPr>
        <p:spPr>
          <a:xfrm flipV="1">
            <a:off x="7153274" y="4222555"/>
            <a:ext cx="810806" cy="160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0" name="Straight Connector 1779">
            <a:extLst>
              <a:ext uri="{FF2B5EF4-FFF2-40B4-BE49-F238E27FC236}">
                <a16:creationId xmlns:a16="http://schemas.microsoft.com/office/drawing/2014/main" id="{B2C475FC-2981-49B6-87EF-BB3BEE65407F}"/>
              </a:ext>
            </a:extLst>
          </p:cNvPr>
          <p:cNvCxnSpPr/>
          <p:nvPr/>
        </p:nvCxnSpPr>
        <p:spPr>
          <a:xfrm flipV="1">
            <a:off x="7968427" y="3349234"/>
            <a:ext cx="0" cy="87305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2" name="Straight Connector 1781">
            <a:extLst>
              <a:ext uri="{FF2B5EF4-FFF2-40B4-BE49-F238E27FC236}">
                <a16:creationId xmlns:a16="http://schemas.microsoft.com/office/drawing/2014/main" id="{6C899DE0-CDDA-43DD-BE8E-9D12FC2CFE94}"/>
              </a:ext>
            </a:extLst>
          </p:cNvPr>
          <p:cNvCxnSpPr>
            <a:cxnSpLocks/>
          </p:cNvCxnSpPr>
          <p:nvPr/>
        </p:nvCxnSpPr>
        <p:spPr>
          <a:xfrm flipH="1">
            <a:off x="6902451" y="3356884"/>
            <a:ext cx="1061629" cy="847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4" name="Straight Connector 1783">
            <a:extLst>
              <a:ext uri="{FF2B5EF4-FFF2-40B4-BE49-F238E27FC236}">
                <a16:creationId xmlns:a16="http://schemas.microsoft.com/office/drawing/2014/main" id="{F166EAEA-0CD6-4EF7-BF32-FC58BF2ED7BB}"/>
              </a:ext>
            </a:extLst>
          </p:cNvPr>
          <p:cNvCxnSpPr>
            <a:cxnSpLocks/>
          </p:cNvCxnSpPr>
          <p:nvPr/>
        </p:nvCxnSpPr>
        <p:spPr>
          <a:xfrm>
            <a:off x="6902450" y="2400412"/>
            <a:ext cx="0" cy="97631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8" name="Straight Connector 1787">
            <a:extLst>
              <a:ext uri="{FF2B5EF4-FFF2-40B4-BE49-F238E27FC236}">
                <a16:creationId xmlns:a16="http://schemas.microsoft.com/office/drawing/2014/main" id="{D05C0FB7-EE3A-42E8-B3EB-BC3CEEF9076E}"/>
              </a:ext>
            </a:extLst>
          </p:cNvPr>
          <p:cNvCxnSpPr>
            <a:cxnSpLocks/>
          </p:cNvCxnSpPr>
          <p:nvPr/>
        </p:nvCxnSpPr>
        <p:spPr>
          <a:xfrm>
            <a:off x="6793269" y="2400412"/>
            <a:ext cx="0" cy="908122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0" name="Straight Connector 1789">
            <a:extLst>
              <a:ext uri="{FF2B5EF4-FFF2-40B4-BE49-F238E27FC236}">
                <a16:creationId xmlns:a16="http://schemas.microsoft.com/office/drawing/2014/main" id="{B6EC49A6-72AA-43E2-BD9D-10E2E97129E8}"/>
              </a:ext>
            </a:extLst>
          </p:cNvPr>
          <p:cNvCxnSpPr/>
          <p:nvPr/>
        </p:nvCxnSpPr>
        <p:spPr>
          <a:xfrm>
            <a:off x="6805969" y="3308534"/>
            <a:ext cx="4481492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BDF15322-04DF-4EB2-A0FC-79C25702FD8D}"/>
              </a:ext>
            </a:extLst>
          </p:cNvPr>
          <p:cNvCxnSpPr/>
          <p:nvPr/>
        </p:nvCxnSpPr>
        <p:spPr>
          <a:xfrm>
            <a:off x="7410449" y="3522393"/>
            <a:ext cx="303393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5" name="Straight Connector 1794">
            <a:extLst>
              <a:ext uri="{FF2B5EF4-FFF2-40B4-BE49-F238E27FC236}">
                <a16:creationId xmlns:a16="http://schemas.microsoft.com/office/drawing/2014/main" id="{C5FD06AC-0FA6-42B7-BE20-8AC6C16A3815}"/>
              </a:ext>
            </a:extLst>
          </p:cNvPr>
          <p:cNvCxnSpPr/>
          <p:nvPr/>
        </p:nvCxnSpPr>
        <p:spPr>
          <a:xfrm flipH="1">
            <a:off x="10444381" y="3574644"/>
            <a:ext cx="84308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7" name="Straight Connector 1796">
            <a:extLst>
              <a:ext uri="{FF2B5EF4-FFF2-40B4-BE49-F238E27FC236}">
                <a16:creationId xmlns:a16="http://schemas.microsoft.com/office/drawing/2014/main" id="{4642F5B3-3AF7-4CE5-B27B-5EDC8EA4EBE4}"/>
              </a:ext>
            </a:extLst>
          </p:cNvPr>
          <p:cNvCxnSpPr/>
          <p:nvPr/>
        </p:nvCxnSpPr>
        <p:spPr>
          <a:xfrm>
            <a:off x="10444381" y="3520012"/>
            <a:ext cx="0" cy="5900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9" name="Straight Connector 1798">
            <a:extLst>
              <a:ext uri="{FF2B5EF4-FFF2-40B4-BE49-F238E27FC236}">
                <a16:creationId xmlns:a16="http://schemas.microsoft.com/office/drawing/2014/main" id="{63FD1FD3-A298-42FF-B20C-56A69F9740E3}"/>
              </a:ext>
            </a:extLst>
          </p:cNvPr>
          <p:cNvCxnSpPr>
            <a:cxnSpLocks/>
          </p:cNvCxnSpPr>
          <p:nvPr/>
        </p:nvCxnSpPr>
        <p:spPr>
          <a:xfrm>
            <a:off x="10083800" y="2493130"/>
            <a:ext cx="615950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1" name="Straight Connector 1800">
            <a:extLst>
              <a:ext uri="{FF2B5EF4-FFF2-40B4-BE49-F238E27FC236}">
                <a16:creationId xmlns:a16="http://schemas.microsoft.com/office/drawing/2014/main" id="{4AA7697F-63F0-463C-9939-BF29E08586EA}"/>
              </a:ext>
            </a:extLst>
          </p:cNvPr>
          <p:cNvCxnSpPr/>
          <p:nvPr/>
        </p:nvCxnSpPr>
        <p:spPr>
          <a:xfrm>
            <a:off x="10699750" y="2491022"/>
            <a:ext cx="0" cy="906213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3" name="Straight Connector 1802">
            <a:extLst>
              <a:ext uri="{FF2B5EF4-FFF2-40B4-BE49-F238E27FC236}">
                <a16:creationId xmlns:a16="http://schemas.microsoft.com/office/drawing/2014/main" id="{B28F8FF6-F12F-4E31-ADEC-42C0163195E9}"/>
              </a:ext>
            </a:extLst>
          </p:cNvPr>
          <p:cNvCxnSpPr/>
          <p:nvPr/>
        </p:nvCxnSpPr>
        <p:spPr>
          <a:xfrm flipH="1">
            <a:off x="10699750" y="3396857"/>
            <a:ext cx="587711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6" name="Straight Connector 1805">
            <a:extLst>
              <a:ext uri="{FF2B5EF4-FFF2-40B4-BE49-F238E27FC236}">
                <a16:creationId xmlns:a16="http://schemas.microsoft.com/office/drawing/2014/main" id="{6F9C9747-287F-4CB0-928E-761A9E700E54}"/>
              </a:ext>
            </a:extLst>
          </p:cNvPr>
          <p:cNvCxnSpPr>
            <a:cxnSpLocks/>
          </p:cNvCxnSpPr>
          <p:nvPr/>
        </p:nvCxnSpPr>
        <p:spPr>
          <a:xfrm>
            <a:off x="10091420" y="2400412"/>
            <a:ext cx="662347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9" name="Straight Connector 1808">
            <a:extLst>
              <a:ext uri="{FF2B5EF4-FFF2-40B4-BE49-F238E27FC236}">
                <a16:creationId xmlns:a16="http://schemas.microsoft.com/office/drawing/2014/main" id="{E1FDADB1-A3BE-4B83-9FE9-49DC3A796D05}"/>
              </a:ext>
            </a:extLst>
          </p:cNvPr>
          <p:cNvCxnSpPr/>
          <p:nvPr/>
        </p:nvCxnSpPr>
        <p:spPr>
          <a:xfrm flipH="1">
            <a:off x="10746147" y="3488113"/>
            <a:ext cx="541314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1" name="Straight Connector 1810">
            <a:extLst>
              <a:ext uri="{FF2B5EF4-FFF2-40B4-BE49-F238E27FC236}">
                <a16:creationId xmlns:a16="http://schemas.microsoft.com/office/drawing/2014/main" id="{003A0FA5-C0FA-4C29-899C-308F02F3505F}"/>
              </a:ext>
            </a:extLst>
          </p:cNvPr>
          <p:cNvCxnSpPr>
            <a:cxnSpLocks/>
          </p:cNvCxnSpPr>
          <p:nvPr/>
        </p:nvCxnSpPr>
        <p:spPr>
          <a:xfrm>
            <a:off x="10746147" y="2398031"/>
            <a:ext cx="0" cy="109008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5" name="Straight Connector 1814">
            <a:extLst>
              <a:ext uri="{FF2B5EF4-FFF2-40B4-BE49-F238E27FC236}">
                <a16:creationId xmlns:a16="http://schemas.microsoft.com/office/drawing/2014/main" id="{773E23C7-CCF2-44AA-A9B1-3E52E35D5BF2}"/>
              </a:ext>
            </a:extLst>
          </p:cNvPr>
          <p:cNvCxnSpPr>
            <a:cxnSpLocks/>
          </p:cNvCxnSpPr>
          <p:nvPr/>
        </p:nvCxnSpPr>
        <p:spPr>
          <a:xfrm>
            <a:off x="11236661" y="767469"/>
            <a:ext cx="0" cy="21736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8" name="Straight Connector 1817">
            <a:extLst>
              <a:ext uri="{FF2B5EF4-FFF2-40B4-BE49-F238E27FC236}">
                <a16:creationId xmlns:a16="http://schemas.microsoft.com/office/drawing/2014/main" id="{A2C735C5-10BA-4247-AB98-CB7259736359}"/>
              </a:ext>
            </a:extLst>
          </p:cNvPr>
          <p:cNvCxnSpPr>
            <a:cxnSpLocks/>
          </p:cNvCxnSpPr>
          <p:nvPr/>
        </p:nvCxnSpPr>
        <p:spPr>
          <a:xfrm flipH="1">
            <a:off x="10377850" y="984838"/>
            <a:ext cx="858811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0" name="Straight Connector 1819">
            <a:extLst>
              <a:ext uri="{FF2B5EF4-FFF2-40B4-BE49-F238E27FC236}">
                <a16:creationId xmlns:a16="http://schemas.microsoft.com/office/drawing/2014/main" id="{1838DDAD-C110-4347-892E-7C23BDAAAC68}"/>
              </a:ext>
            </a:extLst>
          </p:cNvPr>
          <p:cNvCxnSpPr>
            <a:cxnSpLocks/>
          </p:cNvCxnSpPr>
          <p:nvPr/>
        </p:nvCxnSpPr>
        <p:spPr>
          <a:xfrm flipV="1">
            <a:off x="10377850" y="96838"/>
            <a:ext cx="0" cy="88800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2" name="Straight Connector 1821">
            <a:extLst>
              <a:ext uri="{FF2B5EF4-FFF2-40B4-BE49-F238E27FC236}">
                <a16:creationId xmlns:a16="http://schemas.microsoft.com/office/drawing/2014/main" id="{BD2B844B-6519-4343-A496-F67A97CACEA0}"/>
              </a:ext>
            </a:extLst>
          </p:cNvPr>
          <p:cNvCxnSpPr>
            <a:cxnSpLocks/>
          </p:cNvCxnSpPr>
          <p:nvPr/>
        </p:nvCxnSpPr>
        <p:spPr>
          <a:xfrm flipH="1">
            <a:off x="8228287" y="90854"/>
            <a:ext cx="2149564" cy="1174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6" name="Straight Connector 1825">
            <a:extLst>
              <a:ext uri="{FF2B5EF4-FFF2-40B4-BE49-F238E27FC236}">
                <a16:creationId xmlns:a16="http://schemas.microsoft.com/office/drawing/2014/main" id="{1CAF275E-E317-44ED-B70E-6CC9EBF1145F}"/>
              </a:ext>
            </a:extLst>
          </p:cNvPr>
          <p:cNvCxnSpPr/>
          <p:nvPr/>
        </p:nvCxnSpPr>
        <p:spPr>
          <a:xfrm flipH="1">
            <a:off x="8234636" y="2399059"/>
            <a:ext cx="147598" cy="656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8" name="Straight Connector 1827">
            <a:extLst>
              <a:ext uri="{FF2B5EF4-FFF2-40B4-BE49-F238E27FC236}">
                <a16:creationId xmlns:a16="http://schemas.microsoft.com/office/drawing/2014/main" id="{BEFF5843-AFCD-43EE-A866-1B2827F51DA7}"/>
              </a:ext>
            </a:extLst>
          </p:cNvPr>
          <p:cNvCxnSpPr>
            <a:cxnSpLocks/>
          </p:cNvCxnSpPr>
          <p:nvPr/>
        </p:nvCxnSpPr>
        <p:spPr>
          <a:xfrm flipH="1" flipV="1">
            <a:off x="8234636" y="97204"/>
            <a:ext cx="3503" cy="231696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5" name="Straight Connector 1834">
            <a:extLst>
              <a:ext uri="{FF2B5EF4-FFF2-40B4-BE49-F238E27FC236}">
                <a16:creationId xmlns:a16="http://schemas.microsoft.com/office/drawing/2014/main" id="{B3B6A69F-B0FF-448C-89D3-264834A5813B}"/>
              </a:ext>
            </a:extLst>
          </p:cNvPr>
          <p:cNvCxnSpPr>
            <a:cxnSpLocks/>
          </p:cNvCxnSpPr>
          <p:nvPr/>
        </p:nvCxnSpPr>
        <p:spPr>
          <a:xfrm flipH="1">
            <a:off x="8167261" y="2503724"/>
            <a:ext cx="208624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9" name="Straight Connector 1838">
            <a:extLst>
              <a:ext uri="{FF2B5EF4-FFF2-40B4-BE49-F238E27FC236}">
                <a16:creationId xmlns:a16="http://schemas.microsoft.com/office/drawing/2014/main" id="{178B250F-AC1C-4CA2-9889-5ECC2ACE4377}"/>
              </a:ext>
            </a:extLst>
          </p:cNvPr>
          <p:cNvCxnSpPr/>
          <p:nvPr/>
        </p:nvCxnSpPr>
        <p:spPr>
          <a:xfrm flipV="1">
            <a:off x="8167261" y="154118"/>
            <a:ext cx="0" cy="2355956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1" name="Straight Connector 1840">
            <a:extLst>
              <a:ext uri="{FF2B5EF4-FFF2-40B4-BE49-F238E27FC236}">
                <a16:creationId xmlns:a16="http://schemas.microsoft.com/office/drawing/2014/main" id="{295F5555-82C8-4618-A912-06169BD2A324}"/>
              </a:ext>
            </a:extLst>
          </p:cNvPr>
          <p:cNvCxnSpPr/>
          <p:nvPr/>
        </p:nvCxnSpPr>
        <p:spPr>
          <a:xfrm>
            <a:off x="8159620" y="145878"/>
            <a:ext cx="2157111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" name="Straight Connector 1842">
            <a:extLst>
              <a:ext uri="{FF2B5EF4-FFF2-40B4-BE49-F238E27FC236}">
                <a16:creationId xmlns:a16="http://schemas.microsoft.com/office/drawing/2014/main" id="{687CBD45-E882-4532-9184-877E5F441BC5}"/>
              </a:ext>
            </a:extLst>
          </p:cNvPr>
          <p:cNvCxnSpPr>
            <a:cxnSpLocks/>
          </p:cNvCxnSpPr>
          <p:nvPr/>
        </p:nvCxnSpPr>
        <p:spPr>
          <a:xfrm>
            <a:off x="10316731" y="144290"/>
            <a:ext cx="0" cy="905303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" name="Straight Connector 1845">
            <a:extLst>
              <a:ext uri="{FF2B5EF4-FFF2-40B4-BE49-F238E27FC236}">
                <a16:creationId xmlns:a16="http://schemas.microsoft.com/office/drawing/2014/main" id="{702DCA59-8205-4568-90F1-758EC06DFFEB}"/>
              </a:ext>
            </a:extLst>
          </p:cNvPr>
          <p:cNvCxnSpPr>
            <a:cxnSpLocks/>
          </p:cNvCxnSpPr>
          <p:nvPr/>
        </p:nvCxnSpPr>
        <p:spPr>
          <a:xfrm flipV="1">
            <a:off x="10316731" y="1048780"/>
            <a:ext cx="1008830" cy="4743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8" name="Straight Connector 1847">
            <a:extLst>
              <a:ext uri="{FF2B5EF4-FFF2-40B4-BE49-F238E27FC236}">
                <a16:creationId xmlns:a16="http://schemas.microsoft.com/office/drawing/2014/main" id="{E0E59ACE-84B3-4C42-AB5D-7FDB62D03A4B}"/>
              </a:ext>
            </a:extLst>
          </p:cNvPr>
          <p:cNvCxnSpPr>
            <a:cxnSpLocks/>
          </p:cNvCxnSpPr>
          <p:nvPr/>
        </p:nvCxnSpPr>
        <p:spPr>
          <a:xfrm>
            <a:off x="11325561" y="767469"/>
            <a:ext cx="0" cy="286054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3" name="Straight Connector 1852">
            <a:extLst>
              <a:ext uri="{FF2B5EF4-FFF2-40B4-BE49-F238E27FC236}">
                <a16:creationId xmlns:a16="http://schemas.microsoft.com/office/drawing/2014/main" id="{90E564BA-033B-477E-BFB1-E35706B91213}"/>
              </a:ext>
            </a:extLst>
          </p:cNvPr>
          <p:cNvCxnSpPr>
            <a:cxnSpLocks/>
          </p:cNvCxnSpPr>
          <p:nvPr/>
        </p:nvCxnSpPr>
        <p:spPr>
          <a:xfrm>
            <a:off x="10111513" y="1320800"/>
            <a:ext cx="1308962" cy="69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1" name="Straight Connector 1860">
            <a:extLst>
              <a:ext uri="{FF2B5EF4-FFF2-40B4-BE49-F238E27FC236}">
                <a16:creationId xmlns:a16="http://schemas.microsoft.com/office/drawing/2014/main" id="{1DB54C8D-44D3-4746-9BA3-2505AE6ED8E3}"/>
              </a:ext>
            </a:extLst>
          </p:cNvPr>
          <p:cNvCxnSpPr>
            <a:cxnSpLocks/>
          </p:cNvCxnSpPr>
          <p:nvPr/>
        </p:nvCxnSpPr>
        <p:spPr>
          <a:xfrm>
            <a:off x="719256" y="3652764"/>
            <a:ext cx="140678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5" name="Straight Connector 1864">
            <a:extLst>
              <a:ext uri="{FF2B5EF4-FFF2-40B4-BE49-F238E27FC236}">
                <a16:creationId xmlns:a16="http://schemas.microsoft.com/office/drawing/2014/main" id="{BE53F113-D9E9-42F4-BC21-816299CC2565}"/>
              </a:ext>
            </a:extLst>
          </p:cNvPr>
          <p:cNvCxnSpPr/>
          <p:nvPr/>
        </p:nvCxnSpPr>
        <p:spPr>
          <a:xfrm flipH="1">
            <a:off x="6400798" y="2405566"/>
            <a:ext cx="289093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7" name="Straight Connector 1866">
            <a:extLst>
              <a:ext uri="{FF2B5EF4-FFF2-40B4-BE49-F238E27FC236}">
                <a16:creationId xmlns:a16="http://schemas.microsoft.com/office/drawing/2014/main" id="{DE72BC8A-A55B-4E20-A771-1CE6755E309B}"/>
              </a:ext>
            </a:extLst>
          </p:cNvPr>
          <p:cNvCxnSpPr>
            <a:cxnSpLocks/>
          </p:cNvCxnSpPr>
          <p:nvPr/>
        </p:nvCxnSpPr>
        <p:spPr>
          <a:xfrm flipH="1">
            <a:off x="2118443" y="3638474"/>
            <a:ext cx="7597" cy="256547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0" name="Straight Connector 1869">
            <a:extLst>
              <a:ext uri="{FF2B5EF4-FFF2-40B4-BE49-F238E27FC236}">
                <a16:creationId xmlns:a16="http://schemas.microsoft.com/office/drawing/2014/main" id="{99D25D8E-BC61-4143-875A-B43173B1ECD0}"/>
              </a:ext>
            </a:extLst>
          </p:cNvPr>
          <p:cNvCxnSpPr>
            <a:cxnSpLocks/>
          </p:cNvCxnSpPr>
          <p:nvPr/>
        </p:nvCxnSpPr>
        <p:spPr>
          <a:xfrm>
            <a:off x="2118443" y="6203950"/>
            <a:ext cx="507928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2" name="Straight Connector 1871">
            <a:extLst>
              <a:ext uri="{FF2B5EF4-FFF2-40B4-BE49-F238E27FC236}">
                <a16:creationId xmlns:a16="http://schemas.microsoft.com/office/drawing/2014/main" id="{22C555ED-482A-4E7D-ACE1-127B07B2A4F8}"/>
              </a:ext>
            </a:extLst>
          </p:cNvPr>
          <p:cNvCxnSpPr>
            <a:cxnSpLocks/>
          </p:cNvCxnSpPr>
          <p:nvPr/>
        </p:nvCxnSpPr>
        <p:spPr>
          <a:xfrm>
            <a:off x="7197724" y="3903446"/>
            <a:ext cx="0" cy="23029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7" name="Straight Connector 1876">
            <a:extLst>
              <a:ext uri="{FF2B5EF4-FFF2-40B4-BE49-F238E27FC236}">
                <a16:creationId xmlns:a16="http://schemas.microsoft.com/office/drawing/2014/main" id="{EEFCAE52-1EA5-49FF-A7D4-6A441B30AB1E}"/>
              </a:ext>
            </a:extLst>
          </p:cNvPr>
          <p:cNvCxnSpPr/>
          <p:nvPr/>
        </p:nvCxnSpPr>
        <p:spPr>
          <a:xfrm>
            <a:off x="6184785" y="2398031"/>
            <a:ext cx="0" cy="150541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9" name="Straight Connector 1878">
            <a:extLst>
              <a:ext uri="{FF2B5EF4-FFF2-40B4-BE49-F238E27FC236}">
                <a16:creationId xmlns:a16="http://schemas.microsoft.com/office/drawing/2014/main" id="{8F824DE0-8BBA-43F7-9C8D-8FE75DC6A78A}"/>
              </a:ext>
            </a:extLst>
          </p:cNvPr>
          <p:cNvCxnSpPr>
            <a:cxnSpLocks/>
          </p:cNvCxnSpPr>
          <p:nvPr/>
        </p:nvCxnSpPr>
        <p:spPr>
          <a:xfrm>
            <a:off x="6184785" y="3903446"/>
            <a:ext cx="101293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5" name="Straight Connector 1884">
            <a:extLst>
              <a:ext uri="{FF2B5EF4-FFF2-40B4-BE49-F238E27FC236}">
                <a16:creationId xmlns:a16="http://schemas.microsoft.com/office/drawing/2014/main" id="{6AE6A281-332F-430B-B8CA-C52C2679AC3B}"/>
              </a:ext>
            </a:extLst>
          </p:cNvPr>
          <p:cNvCxnSpPr/>
          <p:nvPr/>
        </p:nvCxnSpPr>
        <p:spPr>
          <a:xfrm flipV="1">
            <a:off x="719256" y="3557914"/>
            <a:ext cx="1454058" cy="636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7" name="Straight Connector 1886">
            <a:extLst>
              <a:ext uri="{FF2B5EF4-FFF2-40B4-BE49-F238E27FC236}">
                <a16:creationId xmlns:a16="http://schemas.microsoft.com/office/drawing/2014/main" id="{2596CC6D-E19C-4BFD-85E7-5E4D00B039E3}"/>
              </a:ext>
            </a:extLst>
          </p:cNvPr>
          <p:cNvCxnSpPr>
            <a:cxnSpLocks/>
          </p:cNvCxnSpPr>
          <p:nvPr/>
        </p:nvCxnSpPr>
        <p:spPr>
          <a:xfrm>
            <a:off x="2173314" y="3557914"/>
            <a:ext cx="0" cy="2595236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1" name="Straight Connector 1890">
            <a:extLst>
              <a:ext uri="{FF2B5EF4-FFF2-40B4-BE49-F238E27FC236}">
                <a16:creationId xmlns:a16="http://schemas.microsoft.com/office/drawing/2014/main" id="{DF2391A3-BA67-4F63-8C1D-6748B8A1216F}"/>
              </a:ext>
            </a:extLst>
          </p:cNvPr>
          <p:cNvCxnSpPr>
            <a:cxnSpLocks/>
          </p:cNvCxnSpPr>
          <p:nvPr/>
        </p:nvCxnSpPr>
        <p:spPr>
          <a:xfrm>
            <a:off x="2173314" y="6153150"/>
            <a:ext cx="5066337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4" name="Straight Connector 1893">
            <a:extLst>
              <a:ext uri="{FF2B5EF4-FFF2-40B4-BE49-F238E27FC236}">
                <a16:creationId xmlns:a16="http://schemas.microsoft.com/office/drawing/2014/main" id="{0D306876-C8EC-47E8-B14F-626AB30F708C}"/>
              </a:ext>
            </a:extLst>
          </p:cNvPr>
          <p:cNvCxnSpPr>
            <a:cxnSpLocks/>
          </p:cNvCxnSpPr>
          <p:nvPr/>
        </p:nvCxnSpPr>
        <p:spPr>
          <a:xfrm flipV="1">
            <a:off x="7239651" y="4270051"/>
            <a:ext cx="0" cy="188310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8" name="Straight Connector 1897">
            <a:extLst>
              <a:ext uri="{FF2B5EF4-FFF2-40B4-BE49-F238E27FC236}">
                <a16:creationId xmlns:a16="http://schemas.microsoft.com/office/drawing/2014/main" id="{25A64B03-1C39-48D9-B12A-A601F9E80D25}"/>
              </a:ext>
            </a:extLst>
          </p:cNvPr>
          <p:cNvCxnSpPr>
            <a:cxnSpLocks/>
          </p:cNvCxnSpPr>
          <p:nvPr/>
        </p:nvCxnSpPr>
        <p:spPr>
          <a:xfrm flipH="1">
            <a:off x="8005470" y="2212257"/>
            <a:ext cx="370416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4" name="Straight Connector 1903">
            <a:extLst>
              <a:ext uri="{FF2B5EF4-FFF2-40B4-BE49-F238E27FC236}">
                <a16:creationId xmlns:a16="http://schemas.microsoft.com/office/drawing/2014/main" id="{455B6791-EBF3-40F2-A40A-95583B1AA484}"/>
              </a:ext>
            </a:extLst>
          </p:cNvPr>
          <p:cNvCxnSpPr/>
          <p:nvPr/>
        </p:nvCxnSpPr>
        <p:spPr>
          <a:xfrm>
            <a:off x="7239651" y="4270051"/>
            <a:ext cx="76581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6" name="Straight Connector 1905">
            <a:extLst>
              <a:ext uri="{FF2B5EF4-FFF2-40B4-BE49-F238E27FC236}">
                <a16:creationId xmlns:a16="http://schemas.microsoft.com/office/drawing/2014/main" id="{1C8C3638-A977-4A4F-BAE6-E40CFD6FF578}"/>
              </a:ext>
            </a:extLst>
          </p:cNvPr>
          <p:cNvCxnSpPr/>
          <p:nvPr/>
        </p:nvCxnSpPr>
        <p:spPr>
          <a:xfrm flipV="1">
            <a:off x="8005470" y="2212257"/>
            <a:ext cx="0" cy="205779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1" name="Straight Connector 1910">
            <a:extLst>
              <a:ext uri="{FF2B5EF4-FFF2-40B4-BE49-F238E27FC236}">
                <a16:creationId xmlns:a16="http://schemas.microsoft.com/office/drawing/2014/main" id="{5D50F28E-9712-445A-94A1-29C8CC2B7360}"/>
              </a:ext>
            </a:extLst>
          </p:cNvPr>
          <p:cNvCxnSpPr/>
          <p:nvPr/>
        </p:nvCxnSpPr>
        <p:spPr>
          <a:xfrm>
            <a:off x="719256" y="3475413"/>
            <a:ext cx="1490544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3" name="Straight Connector 1912">
            <a:extLst>
              <a:ext uri="{FF2B5EF4-FFF2-40B4-BE49-F238E27FC236}">
                <a16:creationId xmlns:a16="http://schemas.microsoft.com/office/drawing/2014/main" id="{0CCC8F2F-C2F9-4790-9977-21A126B7DE2C}"/>
              </a:ext>
            </a:extLst>
          </p:cNvPr>
          <p:cNvCxnSpPr/>
          <p:nvPr/>
        </p:nvCxnSpPr>
        <p:spPr>
          <a:xfrm>
            <a:off x="2214563" y="3475413"/>
            <a:ext cx="0" cy="2596775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5" name="Straight Connector 1914">
            <a:extLst>
              <a:ext uri="{FF2B5EF4-FFF2-40B4-BE49-F238E27FC236}">
                <a16:creationId xmlns:a16="http://schemas.microsoft.com/office/drawing/2014/main" id="{BBF45296-462E-48B8-A547-063D29AD84DB}"/>
              </a:ext>
            </a:extLst>
          </p:cNvPr>
          <p:cNvCxnSpPr>
            <a:cxnSpLocks/>
          </p:cNvCxnSpPr>
          <p:nvPr/>
        </p:nvCxnSpPr>
        <p:spPr>
          <a:xfrm>
            <a:off x="2209800" y="6072188"/>
            <a:ext cx="506795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0" name="Straight Connector 1919">
            <a:extLst>
              <a:ext uri="{FF2B5EF4-FFF2-40B4-BE49-F238E27FC236}">
                <a16:creationId xmlns:a16="http://schemas.microsoft.com/office/drawing/2014/main" id="{7F2BDC69-DDF9-43D6-9C16-029D033B2D6D}"/>
              </a:ext>
            </a:extLst>
          </p:cNvPr>
          <p:cNvCxnSpPr/>
          <p:nvPr/>
        </p:nvCxnSpPr>
        <p:spPr>
          <a:xfrm flipV="1">
            <a:off x="7277755" y="4312799"/>
            <a:ext cx="0" cy="175938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2" name="Straight Connector 1921">
            <a:extLst>
              <a:ext uri="{FF2B5EF4-FFF2-40B4-BE49-F238E27FC236}">
                <a16:creationId xmlns:a16="http://schemas.microsoft.com/office/drawing/2014/main" id="{6DB9D7A1-D8C3-43CB-A788-366C88505AE3}"/>
              </a:ext>
            </a:extLst>
          </p:cNvPr>
          <p:cNvCxnSpPr/>
          <p:nvPr/>
        </p:nvCxnSpPr>
        <p:spPr>
          <a:xfrm>
            <a:off x="7277755" y="4312799"/>
            <a:ext cx="763727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6" name="Straight Connector 1925">
            <a:extLst>
              <a:ext uri="{FF2B5EF4-FFF2-40B4-BE49-F238E27FC236}">
                <a16:creationId xmlns:a16="http://schemas.microsoft.com/office/drawing/2014/main" id="{C63D60B9-C2AA-4BF6-A982-DEF59ACC7330}"/>
              </a:ext>
            </a:extLst>
          </p:cNvPr>
          <p:cNvCxnSpPr>
            <a:cxnSpLocks/>
          </p:cNvCxnSpPr>
          <p:nvPr/>
        </p:nvCxnSpPr>
        <p:spPr>
          <a:xfrm flipV="1">
            <a:off x="8041482" y="2309033"/>
            <a:ext cx="0" cy="2003766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9" name="Straight Connector 1928">
            <a:extLst>
              <a:ext uri="{FF2B5EF4-FFF2-40B4-BE49-F238E27FC236}">
                <a16:creationId xmlns:a16="http://schemas.microsoft.com/office/drawing/2014/main" id="{DAC90F10-C5CC-4C6D-BA56-D2E7F9D57A3E}"/>
              </a:ext>
            </a:extLst>
          </p:cNvPr>
          <p:cNvCxnSpPr/>
          <p:nvPr/>
        </p:nvCxnSpPr>
        <p:spPr>
          <a:xfrm flipH="1">
            <a:off x="8041482" y="2309033"/>
            <a:ext cx="33440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2" name="Straight Connector 1931">
            <a:extLst>
              <a:ext uri="{FF2B5EF4-FFF2-40B4-BE49-F238E27FC236}">
                <a16:creationId xmlns:a16="http://schemas.microsoft.com/office/drawing/2014/main" id="{5C541E93-13A7-478E-93B4-26CD348BF1DB}"/>
              </a:ext>
            </a:extLst>
          </p:cNvPr>
          <p:cNvCxnSpPr>
            <a:cxnSpLocks/>
          </p:cNvCxnSpPr>
          <p:nvPr/>
        </p:nvCxnSpPr>
        <p:spPr>
          <a:xfrm>
            <a:off x="719256" y="3386250"/>
            <a:ext cx="15620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5" name="Straight Connector 1934">
            <a:extLst>
              <a:ext uri="{FF2B5EF4-FFF2-40B4-BE49-F238E27FC236}">
                <a16:creationId xmlns:a16="http://schemas.microsoft.com/office/drawing/2014/main" id="{512D44B5-B17C-4471-8BA1-7A72182724B7}"/>
              </a:ext>
            </a:extLst>
          </p:cNvPr>
          <p:cNvCxnSpPr>
            <a:cxnSpLocks/>
          </p:cNvCxnSpPr>
          <p:nvPr/>
        </p:nvCxnSpPr>
        <p:spPr>
          <a:xfrm>
            <a:off x="2281267" y="3386250"/>
            <a:ext cx="0" cy="26186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8" name="Straight Connector 1937">
            <a:extLst>
              <a:ext uri="{FF2B5EF4-FFF2-40B4-BE49-F238E27FC236}">
                <a16:creationId xmlns:a16="http://schemas.microsoft.com/office/drawing/2014/main" id="{53578838-53BB-47B0-BE44-1601D64BFAE8}"/>
              </a:ext>
            </a:extLst>
          </p:cNvPr>
          <p:cNvCxnSpPr>
            <a:cxnSpLocks/>
          </p:cNvCxnSpPr>
          <p:nvPr/>
        </p:nvCxnSpPr>
        <p:spPr>
          <a:xfrm>
            <a:off x="2281267" y="6004871"/>
            <a:ext cx="508473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" name="Straight Connector 1940">
            <a:extLst>
              <a:ext uri="{FF2B5EF4-FFF2-40B4-BE49-F238E27FC236}">
                <a16:creationId xmlns:a16="http://schemas.microsoft.com/office/drawing/2014/main" id="{1E33C875-A74E-4811-9FB6-89C72987FC38}"/>
              </a:ext>
            </a:extLst>
          </p:cNvPr>
          <p:cNvCxnSpPr>
            <a:cxnSpLocks/>
          </p:cNvCxnSpPr>
          <p:nvPr/>
        </p:nvCxnSpPr>
        <p:spPr>
          <a:xfrm flipV="1">
            <a:off x="7366000" y="2701928"/>
            <a:ext cx="0" cy="33029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0" name="Straight Connector 1949">
            <a:extLst>
              <a:ext uri="{FF2B5EF4-FFF2-40B4-BE49-F238E27FC236}">
                <a16:creationId xmlns:a16="http://schemas.microsoft.com/office/drawing/2014/main" id="{63CA67FB-9FD4-432F-896B-6B64D5E1AE3E}"/>
              </a:ext>
            </a:extLst>
          </p:cNvPr>
          <p:cNvCxnSpPr>
            <a:cxnSpLocks/>
          </p:cNvCxnSpPr>
          <p:nvPr/>
        </p:nvCxnSpPr>
        <p:spPr>
          <a:xfrm flipH="1">
            <a:off x="7366000" y="2701928"/>
            <a:ext cx="444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5" name="Straight Connector 1954">
            <a:extLst>
              <a:ext uri="{FF2B5EF4-FFF2-40B4-BE49-F238E27FC236}">
                <a16:creationId xmlns:a16="http://schemas.microsoft.com/office/drawing/2014/main" id="{CFE3B073-C16B-4EAF-8135-8EA7E8633EDE}"/>
              </a:ext>
            </a:extLst>
          </p:cNvPr>
          <p:cNvCxnSpPr>
            <a:cxnSpLocks/>
          </p:cNvCxnSpPr>
          <p:nvPr/>
        </p:nvCxnSpPr>
        <p:spPr>
          <a:xfrm flipV="1">
            <a:off x="11132403" y="5680497"/>
            <a:ext cx="0" cy="3810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9" name="Straight Connector 1958">
            <a:extLst>
              <a:ext uri="{FF2B5EF4-FFF2-40B4-BE49-F238E27FC236}">
                <a16:creationId xmlns:a16="http://schemas.microsoft.com/office/drawing/2014/main" id="{A655E02B-823B-44EF-BEB0-4962AE0BF50B}"/>
              </a:ext>
            </a:extLst>
          </p:cNvPr>
          <p:cNvCxnSpPr>
            <a:cxnSpLocks/>
          </p:cNvCxnSpPr>
          <p:nvPr/>
        </p:nvCxnSpPr>
        <p:spPr>
          <a:xfrm flipH="1">
            <a:off x="10444381" y="5680497"/>
            <a:ext cx="6897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2" name="Straight Connector 1961">
            <a:extLst>
              <a:ext uri="{FF2B5EF4-FFF2-40B4-BE49-F238E27FC236}">
                <a16:creationId xmlns:a16="http://schemas.microsoft.com/office/drawing/2014/main" id="{4EAF0777-6004-4D6F-B7F0-D9303A5F46EC}"/>
              </a:ext>
            </a:extLst>
          </p:cNvPr>
          <p:cNvCxnSpPr>
            <a:cxnSpLocks/>
          </p:cNvCxnSpPr>
          <p:nvPr/>
        </p:nvCxnSpPr>
        <p:spPr>
          <a:xfrm flipV="1">
            <a:off x="10444381" y="3888206"/>
            <a:ext cx="0" cy="17922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4" name="Straight Connector 1963">
            <a:extLst>
              <a:ext uri="{FF2B5EF4-FFF2-40B4-BE49-F238E27FC236}">
                <a16:creationId xmlns:a16="http://schemas.microsoft.com/office/drawing/2014/main" id="{E72C44C0-8E28-4C78-BF82-4FBB8165FC2B}"/>
              </a:ext>
            </a:extLst>
          </p:cNvPr>
          <p:cNvCxnSpPr/>
          <p:nvPr/>
        </p:nvCxnSpPr>
        <p:spPr>
          <a:xfrm flipH="1">
            <a:off x="8097044" y="3888206"/>
            <a:ext cx="23473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7" name="Straight Connector 1966">
            <a:extLst>
              <a:ext uri="{FF2B5EF4-FFF2-40B4-BE49-F238E27FC236}">
                <a16:creationId xmlns:a16="http://schemas.microsoft.com/office/drawing/2014/main" id="{B0E75F67-0DFC-4F74-AEC3-17E33EE2FD81}"/>
              </a:ext>
            </a:extLst>
          </p:cNvPr>
          <p:cNvCxnSpPr/>
          <p:nvPr/>
        </p:nvCxnSpPr>
        <p:spPr>
          <a:xfrm flipV="1">
            <a:off x="8096251" y="2611494"/>
            <a:ext cx="0" cy="12772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9" name="Straight Connector 1968">
            <a:extLst>
              <a:ext uri="{FF2B5EF4-FFF2-40B4-BE49-F238E27FC236}">
                <a16:creationId xmlns:a16="http://schemas.microsoft.com/office/drawing/2014/main" id="{5AF01EA0-64D1-4400-9121-4848E741F3A8}"/>
              </a:ext>
            </a:extLst>
          </p:cNvPr>
          <p:cNvCxnSpPr/>
          <p:nvPr/>
        </p:nvCxnSpPr>
        <p:spPr>
          <a:xfrm flipH="1">
            <a:off x="7410449" y="2611494"/>
            <a:ext cx="6858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1" name="Straight Connector 1970">
            <a:extLst>
              <a:ext uri="{FF2B5EF4-FFF2-40B4-BE49-F238E27FC236}">
                <a16:creationId xmlns:a16="http://schemas.microsoft.com/office/drawing/2014/main" id="{768D683D-A505-4DEA-ADD4-B07F5EE751BD}"/>
              </a:ext>
            </a:extLst>
          </p:cNvPr>
          <p:cNvCxnSpPr>
            <a:cxnSpLocks/>
          </p:cNvCxnSpPr>
          <p:nvPr/>
        </p:nvCxnSpPr>
        <p:spPr>
          <a:xfrm flipV="1">
            <a:off x="11223526" y="5619750"/>
            <a:ext cx="0" cy="439241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4" name="Straight Connector 1973">
            <a:extLst>
              <a:ext uri="{FF2B5EF4-FFF2-40B4-BE49-F238E27FC236}">
                <a16:creationId xmlns:a16="http://schemas.microsoft.com/office/drawing/2014/main" id="{570883A3-A2E0-4059-86ED-1081028B0E71}"/>
              </a:ext>
            </a:extLst>
          </p:cNvPr>
          <p:cNvCxnSpPr>
            <a:cxnSpLocks/>
          </p:cNvCxnSpPr>
          <p:nvPr/>
        </p:nvCxnSpPr>
        <p:spPr>
          <a:xfrm flipH="1">
            <a:off x="10521950" y="5619750"/>
            <a:ext cx="714711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7" name="Straight Connector 1976">
            <a:extLst>
              <a:ext uri="{FF2B5EF4-FFF2-40B4-BE49-F238E27FC236}">
                <a16:creationId xmlns:a16="http://schemas.microsoft.com/office/drawing/2014/main" id="{89BC08DE-7A97-4175-82D9-2F2066B810F0}"/>
              </a:ext>
            </a:extLst>
          </p:cNvPr>
          <p:cNvCxnSpPr/>
          <p:nvPr/>
        </p:nvCxnSpPr>
        <p:spPr>
          <a:xfrm flipV="1">
            <a:off x="10521950" y="3841873"/>
            <a:ext cx="0" cy="177787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9" name="Straight Connector 1978">
            <a:extLst>
              <a:ext uri="{FF2B5EF4-FFF2-40B4-BE49-F238E27FC236}">
                <a16:creationId xmlns:a16="http://schemas.microsoft.com/office/drawing/2014/main" id="{09ECBB6B-AF0C-4A55-9419-841515D4A22F}"/>
              </a:ext>
            </a:extLst>
          </p:cNvPr>
          <p:cNvCxnSpPr>
            <a:cxnSpLocks/>
          </p:cNvCxnSpPr>
          <p:nvPr/>
        </p:nvCxnSpPr>
        <p:spPr>
          <a:xfrm flipH="1">
            <a:off x="8153563" y="3841873"/>
            <a:ext cx="2368388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1" name="Straight Connector 1980">
            <a:extLst>
              <a:ext uri="{FF2B5EF4-FFF2-40B4-BE49-F238E27FC236}">
                <a16:creationId xmlns:a16="http://schemas.microsoft.com/office/drawing/2014/main" id="{CC853BD1-215B-4F5F-BE27-ED36853CFC4F}"/>
              </a:ext>
            </a:extLst>
          </p:cNvPr>
          <p:cNvCxnSpPr/>
          <p:nvPr/>
        </p:nvCxnSpPr>
        <p:spPr>
          <a:xfrm flipH="1">
            <a:off x="8153563" y="2682878"/>
            <a:ext cx="247487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4" name="Straight Connector 1983">
            <a:extLst>
              <a:ext uri="{FF2B5EF4-FFF2-40B4-BE49-F238E27FC236}">
                <a16:creationId xmlns:a16="http://schemas.microsoft.com/office/drawing/2014/main" id="{54D477FC-0604-4311-B164-F83C687A5E86}"/>
              </a:ext>
            </a:extLst>
          </p:cNvPr>
          <p:cNvCxnSpPr>
            <a:cxnSpLocks/>
          </p:cNvCxnSpPr>
          <p:nvPr/>
        </p:nvCxnSpPr>
        <p:spPr>
          <a:xfrm>
            <a:off x="8153563" y="2682878"/>
            <a:ext cx="0" cy="1158995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7" name="Straight Connector 1986">
            <a:extLst>
              <a:ext uri="{FF2B5EF4-FFF2-40B4-BE49-F238E27FC236}">
                <a16:creationId xmlns:a16="http://schemas.microsoft.com/office/drawing/2014/main" id="{E9AAE82E-0A1D-4166-969D-2115D13C696B}"/>
              </a:ext>
            </a:extLst>
          </p:cNvPr>
          <p:cNvCxnSpPr>
            <a:cxnSpLocks/>
          </p:cNvCxnSpPr>
          <p:nvPr/>
        </p:nvCxnSpPr>
        <p:spPr>
          <a:xfrm flipV="1">
            <a:off x="11312430" y="5572116"/>
            <a:ext cx="0" cy="488468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1" name="Straight Connector 1990">
            <a:extLst>
              <a:ext uri="{FF2B5EF4-FFF2-40B4-BE49-F238E27FC236}">
                <a16:creationId xmlns:a16="http://schemas.microsoft.com/office/drawing/2014/main" id="{22664054-5F74-4A3B-B2F2-EB2474980F61}"/>
              </a:ext>
            </a:extLst>
          </p:cNvPr>
          <p:cNvCxnSpPr/>
          <p:nvPr/>
        </p:nvCxnSpPr>
        <p:spPr>
          <a:xfrm flipH="1">
            <a:off x="10582412" y="5572116"/>
            <a:ext cx="72886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3" name="Straight Connector 1992">
            <a:extLst>
              <a:ext uri="{FF2B5EF4-FFF2-40B4-BE49-F238E27FC236}">
                <a16:creationId xmlns:a16="http://schemas.microsoft.com/office/drawing/2014/main" id="{392F1DA3-00F2-405A-AFAE-862CB5DB6B98}"/>
              </a:ext>
            </a:extLst>
          </p:cNvPr>
          <p:cNvCxnSpPr/>
          <p:nvPr/>
        </p:nvCxnSpPr>
        <p:spPr>
          <a:xfrm flipV="1">
            <a:off x="10579604" y="3790523"/>
            <a:ext cx="0" cy="1786356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5" name="Straight Connector 1994">
            <a:extLst>
              <a:ext uri="{FF2B5EF4-FFF2-40B4-BE49-F238E27FC236}">
                <a16:creationId xmlns:a16="http://schemas.microsoft.com/office/drawing/2014/main" id="{0758C4EC-A01F-4C43-AB2D-97115BEACF80}"/>
              </a:ext>
            </a:extLst>
          </p:cNvPr>
          <p:cNvCxnSpPr/>
          <p:nvPr/>
        </p:nvCxnSpPr>
        <p:spPr>
          <a:xfrm flipH="1">
            <a:off x="8223524" y="2587679"/>
            <a:ext cx="172763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7" name="Straight Connector 1996">
            <a:extLst>
              <a:ext uri="{FF2B5EF4-FFF2-40B4-BE49-F238E27FC236}">
                <a16:creationId xmlns:a16="http://schemas.microsoft.com/office/drawing/2014/main" id="{F477ECAD-FAF4-4555-8B9C-10EC6004AC7D}"/>
              </a:ext>
            </a:extLst>
          </p:cNvPr>
          <p:cNvCxnSpPr/>
          <p:nvPr/>
        </p:nvCxnSpPr>
        <p:spPr>
          <a:xfrm>
            <a:off x="8223524" y="2582916"/>
            <a:ext cx="11112" cy="1202844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9" name="Straight Connector 1998">
            <a:extLst>
              <a:ext uri="{FF2B5EF4-FFF2-40B4-BE49-F238E27FC236}">
                <a16:creationId xmlns:a16="http://schemas.microsoft.com/office/drawing/2014/main" id="{88808D97-956E-4F85-BB4F-445EF72A4973}"/>
              </a:ext>
            </a:extLst>
          </p:cNvPr>
          <p:cNvCxnSpPr/>
          <p:nvPr/>
        </p:nvCxnSpPr>
        <p:spPr>
          <a:xfrm>
            <a:off x="8234636" y="3785760"/>
            <a:ext cx="234020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1" name="Straight Connector 2000">
            <a:extLst>
              <a:ext uri="{FF2B5EF4-FFF2-40B4-BE49-F238E27FC236}">
                <a16:creationId xmlns:a16="http://schemas.microsoft.com/office/drawing/2014/main" id="{B160760A-B6DA-40D1-9243-24BEFDB52438}"/>
              </a:ext>
            </a:extLst>
          </p:cNvPr>
          <p:cNvCxnSpPr>
            <a:cxnSpLocks/>
          </p:cNvCxnSpPr>
          <p:nvPr/>
        </p:nvCxnSpPr>
        <p:spPr>
          <a:xfrm flipV="1">
            <a:off x="11399836" y="5524225"/>
            <a:ext cx="0" cy="53952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4" name="Straight Connector 2003">
            <a:extLst>
              <a:ext uri="{FF2B5EF4-FFF2-40B4-BE49-F238E27FC236}">
                <a16:creationId xmlns:a16="http://schemas.microsoft.com/office/drawing/2014/main" id="{06265BAB-9947-44C8-80FD-0A7F26274C4F}"/>
              </a:ext>
            </a:extLst>
          </p:cNvPr>
          <p:cNvCxnSpPr/>
          <p:nvPr/>
        </p:nvCxnSpPr>
        <p:spPr>
          <a:xfrm flipH="1">
            <a:off x="10644188" y="5524225"/>
            <a:ext cx="755648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6" name="Straight Connector 2005">
            <a:extLst>
              <a:ext uri="{FF2B5EF4-FFF2-40B4-BE49-F238E27FC236}">
                <a16:creationId xmlns:a16="http://schemas.microsoft.com/office/drawing/2014/main" id="{A508DDA1-7A6B-49E3-8167-550CF78798B6}"/>
              </a:ext>
            </a:extLst>
          </p:cNvPr>
          <p:cNvCxnSpPr>
            <a:cxnSpLocks/>
          </p:cNvCxnSpPr>
          <p:nvPr/>
        </p:nvCxnSpPr>
        <p:spPr>
          <a:xfrm flipV="1">
            <a:off x="10644188" y="3462972"/>
            <a:ext cx="0" cy="206125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9" name="Straight Connector 2008">
            <a:extLst>
              <a:ext uri="{FF2B5EF4-FFF2-40B4-BE49-F238E27FC236}">
                <a16:creationId xmlns:a16="http://schemas.microsoft.com/office/drawing/2014/main" id="{1EA2EEE0-8912-4847-81BB-836FF3F4653F}"/>
              </a:ext>
            </a:extLst>
          </p:cNvPr>
          <p:cNvCxnSpPr>
            <a:cxnSpLocks/>
          </p:cNvCxnSpPr>
          <p:nvPr/>
        </p:nvCxnSpPr>
        <p:spPr>
          <a:xfrm flipH="1">
            <a:off x="8356477" y="3456361"/>
            <a:ext cx="2287711" cy="6611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2" name="Straight Connector 2011">
            <a:extLst>
              <a:ext uri="{FF2B5EF4-FFF2-40B4-BE49-F238E27FC236}">
                <a16:creationId xmlns:a16="http://schemas.microsoft.com/office/drawing/2014/main" id="{8826B856-EB11-41EE-9887-AA8F6A5B99C2}"/>
              </a:ext>
            </a:extLst>
          </p:cNvPr>
          <p:cNvCxnSpPr/>
          <p:nvPr/>
        </p:nvCxnSpPr>
        <p:spPr>
          <a:xfrm flipV="1">
            <a:off x="8356477" y="2810625"/>
            <a:ext cx="0" cy="65234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4" name="Straight Connector 2013">
            <a:extLst>
              <a:ext uri="{FF2B5EF4-FFF2-40B4-BE49-F238E27FC236}">
                <a16:creationId xmlns:a16="http://schemas.microsoft.com/office/drawing/2014/main" id="{742030B2-5677-43F2-8399-E74EE74355A8}"/>
              </a:ext>
            </a:extLst>
          </p:cNvPr>
          <p:cNvCxnSpPr/>
          <p:nvPr/>
        </p:nvCxnSpPr>
        <p:spPr>
          <a:xfrm flipH="1">
            <a:off x="7820753" y="2810625"/>
            <a:ext cx="535724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6" name="Straight Connector 2015">
            <a:extLst>
              <a:ext uri="{FF2B5EF4-FFF2-40B4-BE49-F238E27FC236}">
                <a16:creationId xmlns:a16="http://schemas.microsoft.com/office/drawing/2014/main" id="{17D92713-6D60-47B6-B1D3-90D5D7E0147E}"/>
              </a:ext>
            </a:extLst>
          </p:cNvPr>
          <p:cNvCxnSpPr>
            <a:cxnSpLocks/>
          </p:cNvCxnSpPr>
          <p:nvPr/>
        </p:nvCxnSpPr>
        <p:spPr>
          <a:xfrm flipV="1">
            <a:off x="7820753" y="2557515"/>
            <a:ext cx="0" cy="25311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9" name="Straight Connector 2018">
            <a:extLst>
              <a:ext uri="{FF2B5EF4-FFF2-40B4-BE49-F238E27FC236}">
                <a16:creationId xmlns:a16="http://schemas.microsoft.com/office/drawing/2014/main" id="{F34CAF75-A473-4A18-8DE1-E3A3C4F86D40}"/>
              </a:ext>
            </a:extLst>
          </p:cNvPr>
          <p:cNvCxnSpPr>
            <a:cxnSpLocks/>
          </p:cNvCxnSpPr>
          <p:nvPr/>
        </p:nvCxnSpPr>
        <p:spPr>
          <a:xfrm flipH="1">
            <a:off x="6293052" y="2557515"/>
            <a:ext cx="1527701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1" name="Straight Connector 2020">
            <a:extLst>
              <a:ext uri="{FF2B5EF4-FFF2-40B4-BE49-F238E27FC236}">
                <a16:creationId xmlns:a16="http://schemas.microsoft.com/office/drawing/2014/main" id="{0B794B62-C7D2-4031-BC3C-D26E344200FA}"/>
              </a:ext>
            </a:extLst>
          </p:cNvPr>
          <p:cNvCxnSpPr/>
          <p:nvPr/>
        </p:nvCxnSpPr>
        <p:spPr>
          <a:xfrm>
            <a:off x="6293052" y="2405566"/>
            <a:ext cx="0" cy="15194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3" name="TextBox 2022">
            <a:extLst>
              <a:ext uri="{FF2B5EF4-FFF2-40B4-BE49-F238E27FC236}">
                <a16:creationId xmlns:a16="http://schemas.microsoft.com/office/drawing/2014/main" id="{07690AEF-7624-4FE0-9FC3-9DC5E11FC456}"/>
              </a:ext>
            </a:extLst>
          </p:cNvPr>
          <p:cNvSpPr txBox="1"/>
          <p:nvPr/>
        </p:nvSpPr>
        <p:spPr>
          <a:xfrm>
            <a:off x="11381694" y="2762494"/>
            <a:ext cx="1424685" cy="40011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2000" b="1" dirty="0"/>
              <a:t>Front Sonar</a:t>
            </a:r>
          </a:p>
        </p:txBody>
      </p:sp>
      <p:sp>
        <p:nvSpPr>
          <p:cNvPr id="2024" name="TextBox 2023">
            <a:extLst>
              <a:ext uri="{FF2B5EF4-FFF2-40B4-BE49-F238E27FC236}">
                <a16:creationId xmlns:a16="http://schemas.microsoft.com/office/drawing/2014/main" id="{4FA65AF1-3CC8-44D6-880C-3C8F14B6365B}"/>
              </a:ext>
            </a:extLst>
          </p:cNvPr>
          <p:cNvSpPr txBox="1"/>
          <p:nvPr/>
        </p:nvSpPr>
        <p:spPr>
          <a:xfrm>
            <a:off x="10859056" y="1275455"/>
            <a:ext cx="1264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Left Sonar</a:t>
            </a:r>
          </a:p>
        </p:txBody>
      </p:sp>
      <p:sp>
        <p:nvSpPr>
          <p:cNvPr id="2025" name="TextBox 2024">
            <a:extLst>
              <a:ext uri="{FF2B5EF4-FFF2-40B4-BE49-F238E27FC236}">
                <a16:creationId xmlns:a16="http://schemas.microsoft.com/office/drawing/2014/main" id="{48556E37-6A4F-494E-AE3D-EFE3BAF69544}"/>
              </a:ext>
            </a:extLst>
          </p:cNvPr>
          <p:cNvSpPr txBox="1"/>
          <p:nvPr/>
        </p:nvSpPr>
        <p:spPr>
          <a:xfrm>
            <a:off x="10774647" y="4985551"/>
            <a:ext cx="14101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Right Sonar</a:t>
            </a:r>
          </a:p>
        </p:txBody>
      </p:sp>
      <p:sp>
        <p:nvSpPr>
          <p:cNvPr id="2026" name="TextBox 2025">
            <a:extLst>
              <a:ext uri="{FF2B5EF4-FFF2-40B4-BE49-F238E27FC236}">
                <a16:creationId xmlns:a16="http://schemas.microsoft.com/office/drawing/2014/main" id="{637EA168-DF54-496C-8A0C-BBC4856B4B19}"/>
              </a:ext>
            </a:extLst>
          </p:cNvPr>
          <p:cNvSpPr txBox="1"/>
          <p:nvPr/>
        </p:nvSpPr>
        <p:spPr>
          <a:xfrm>
            <a:off x="657802" y="2681677"/>
            <a:ext cx="800219" cy="707886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2000" b="1" dirty="0"/>
              <a:t>Back</a:t>
            </a:r>
            <a:br>
              <a:rPr lang="en-US" sz="2000" b="1" dirty="0"/>
            </a:br>
            <a:r>
              <a:rPr lang="en-US" sz="2000" b="1" dirty="0"/>
              <a:t>Sonar</a:t>
            </a:r>
          </a:p>
        </p:txBody>
      </p:sp>
      <p:sp>
        <p:nvSpPr>
          <p:cNvPr id="2027" name="TextBox 2026">
            <a:extLst>
              <a:ext uri="{FF2B5EF4-FFF2-40B4-BE49-F238E27FC236}">
                <a16:creationId xmlns:a16="http://schemas.microsoft.com/office/drawing/2014/main" id="{ADF75475-BDBB-4E78-88DA-D627DFB4B73D}"/>
              </a:ext>
            </a:extLst>
          </p:cNvPr>
          <p:cNvSpPr txBox="1"/>
          <p:nvPr/>
        </p:nvSpPr>
        <p:spPr>
          <a:xfrm>
            <a:off x="4563956" y="5115214"/>
            <a:ext cx="1000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Two 3.7V Li-ion battery </a:t>
            </a:r>
          </a:p>
        </p:txBody>
      </p:sp>
      <p:sp>
        <p:nvSpPr>
          <p:cNvPr id="2033" name="Arrow: Right 2032">
            <a:extLst>
              <a:ext uri="{FF2B5EF4-FFF2-40B4-BE49-F238E27FC236}">
                <a16:creationId xmlns:a16="http://schemas.microsoft.com/office/drawing/2014/main" id="{CF5815C8-65FB-4560-9F90-5183149008E4}"/>
              </a:ext>
            </a:extLst>
          </p:cNvPr>
          <p:cNvSpPr/>
          <p:nvPr/>
        </p:nvSpPr>
        <p:spPr>
          <a:xfrm>
            <a:off x="5430521" y="5309894"/>
            <a:ext cx="26618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35" name="Straight Connector 2034">
            <a:extLst>
              <a:ext uri="{FF2B5EF4-FFF2-40B4-BE49-F238E27FC236}">
                <a16:creationId xmlns:a16="http://schemas.microsoft.com/office/drawing/2014/main" id="{F5924AFB-2990-4E78-BB4C-D040C80AA07C}"/>
              </a:ext>
            </a:extLst>
          </p:cNvPr>
          <p:cNvCxnSpPr>
            <a:cxnSpLocks/>
          </p:cNvCxnSpPr>
          <p:nvPr/>
        </p:nvCxnSpPr>
        <p:spPr>
          <a:xfrm flipH="1">
            <a:off x="5204454" y="4444446"/>
            <a:ext cx="53607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8" name="Straight Connector 2037">
            <a:extLst>
              <a:ext uri="{FF2B5EF4-FFF2-40B4-BE49-F238E27FC236}">
                <a16:creationId xmlns:a16="http://schemas.microsoft.com/office/drawing/2014/main" id="{4EC366E8-4B32-4E00-8380-14031202B6E8}"/>
              </a:ext>
            </a:extLst>
          </p:cNvPr>
          <p:cNvCxnSpPr/>
          <p:nvPr/>
        </p:nvCxnSpPr>
        <p:spPr>
          <a:xfrm flipV="1">
            <a:off x="5204454" y="4434579"/>
            <a:ext cx="0" cy="821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9" name="TextBox 2038">
            <a:extLst>
              <a:ext uri="{FF2B5EF4-FFF2-40B4-BE49-F238E27FC236}">
                <a16:creationId xmlns:a16="http://schemas.microsoft.com/office/drawing/2014/main" id="{7B04658A-952E-46C2-9830-1A584E6DB900}"/>
              </a:ext>
            </a:extLst>
          </p:cNvPr>
          <p:cNvSpPr txBox="1"/>
          <p:nvPr/>
        </p:nvSpPr>
        <p:spPr>
          <a:xfrm>
            <a:off x="5422247" y="4684275"/>
            <a:ext cx="492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Manual control system</a:t>
            </a:r>
            <a:br>
              <a:rPr lang="en-US" sz="500" b="1" dirty="0"/>
            </a:br>
            <a:r>
              <a:rPr lang="en-US" sz="500" b="1" dirty="0"/>
              <a:t>ON</a:t>
            </a:r>
          </a:p>
        </p:txBody>
      </p:sp>
      <p:sp>
        <p:nvSpPr>
          <p:cNvPr id="2041" name="Arrow: Right 2040">
            <a:extLst>
              <a:ext uri="{FF2B5EF4-FFF2-40B4-BE49-F238E27FC236}">
                <a16:creationId xmlns:a16="http://schemas.microsoft.com/office/drawing/2014/main" id="{0A96A5DE-F3FF-4527-A40C-4951502D6CC9}"/>
              </a:ext>
            </a:extLst>
          </p:cNvPr>
          <p:cNvSpPr/>
          <p:nvPr/>
        </p:nvSpPr>
        <p:spPr>
          <a:xfrm>
            <a:off x="5607115" y="4653226"/>
            <a:ext cx="106608" cy="63300"/>
          </a:xfrm>
          <a:prstGeom prst="rightArrow">
            <a:avLst/>
          </a:prstGeom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2" name="TextBox 2041">
            <a:extLst>
              <a:ext uri="{FF2B5EF4-FFF2-40B4-BE49-F238E27FC236}">
                <a16:creationId xmlns:a16="http://schemas.microsoft.com/office/drawing/2014/main" id="{641609D2-58CB-4E0D-B6F1-E3E823250305}"/>
              </a:ext>
            </a:extLst>
          </p:cNvPr>
          <p:cNvSpPr txBox="1"/>
          <p:nvPr/>
        </p:nvSpPr>
        <p:spPr>
          <a:xfrm>
            <a:off x="5899475" y="4697672"/>
            <a:ext cx="4920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Voice control system ON</a:t>
            </a:r>
          </a:p>
        </p:txBody>
      </p:sp>
      <p:sp>
        <p:nvSpPr>
          <p:cNvPr id="2043" name="Arrow: Right 2042">
            <a:extLst>
              <a:ext uri="{FF2B5EF4-FFF2-40B4-BE49-F238E27FC236}">
                <a16:creationId xmlns:a16="http://schemas.microsoft.com/office/drawing/2014/main" id="{1A270C92-4B5E-4D40-A388-D49F79F94FE8}"/>
              </a:ext>
            </a:extLst>
          </p:cNvPr>
          <p:cNvSpPr/>
          <p:nvPr/>
        </p:nvSpPr>
        <p:spPr>
          <a:xfrm>
            <a:off x="5923412" y="4653226"/>
            <a:ext cx="106608" cy="63300"/>
          </a:xfrm>
          <a:prstGeom prst="rightArrow">
            <a:avLst/>
          </a:prstGeom>
          <a:scene3d>
            <a:camera prst="orthographicFront">
              <a:rot lat="0" lon="0" rev="81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4" name="Arrow: Down 2043">
            <a:extLst>
              <a:ext uri="{FF2B5EF4-FFF2-40B4-BE49-F238E27FC236}">
                <a16:creationId xmlns:a16="http://schemas.microsoft.com/office/drawing/2014/main" id="{FCAD68ED-BED1-46A7-A52E-FD45227AA691}"/>
              </a:ext>
            </a:extLst>
          </p:cNvPr>
          <p:cNvSpPr/>
          <p:nvPr/>
        </p:nvSpPr>
        <p:spPr>
          <a:xfrm>
            <a:off x="5800029" y="4852548"/>
            <a:ext cx="55488" cy="87420"/>
          </a:xfrm>
          <a:prstGeom prst="downArrow">
            <a:avLst/>
          </a:prstGeom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5" name="TextBox 2044">
            <a:extLst>
              <a:ext uri="{FF2B5EF4-FFF2-40B4-BE49-F238E27FC236}">
                <a16:creationId xmlns:a16="http://schemas.microsoft.com/office/drawing/2014/main" id="{3956ECE0-9E6E-4F9F-A381-7AE95B6DCC88}"/>
              </a:ext>
            </a:extLst>
          </p:cNvPr>
          <p:cNvSpPr txBox="1"/>
          <p:nvPr/>
        </p:nvSpPr>
        <p:spPr>
          <a:xfrm>
            <a:off x="5689410" y="4912508"/>
            <a:ext cx="4920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OFF</a:t>
            </a:r>
          </a:p>
        </p:txBody>
      </p:sp>
      <p:sp>
        <p:nvSpPr>
          <p:cNvPr id="2047" name="TextBox 2046">
            <a:extLst>
              <a:ext uri="{FF2B5EF4-FFF2-40B4-BE49-F238E27FC236}">
                <a16:creationId xmlns:a16="http://schemas.microsoft.com/office/drawing/2014/main" id="{F5691031-21EA-449C-ACA6-37B80FE347E7}"/>
              </a:ext>
            </a:extLst>
          </p:cNvPr>
          <p:cNvSpPr txBox="1"/>
          <p:nvPr/>
        </p:nvSpPr>
        <p:spPr>
          <a:xfrm>
            <a:off x="6077410" y="4078419"/>
            <a:ext cx="4920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Door Lock system</a:t>
            </a:r>
            <a:br>
              <a:rPr lang="en-US" sz="500" b="1" dirty="0"/>
            </a:br>
            <a:r>
              <a:rPr lang="en-US" sz="500" b="1" dirty="0"/>
              <a:t>ON</a:t>
            </a:r>
          </a:p>
        </p:txBody>
      </p:sp>
      <p:sp>
        <p:nvSpPr>
          <p:cNvPr id="2048" name="Arrow: Right 2047">
            <a:extLst>
              <a:ext uri="{FF2B5EF4-FFF2-40B4-BE49-F238E27FC236}">
                <a16:creationId xmlns:a16="http://schemas.microsoft.com/office/drawing/2014/main" id="{AA593F10-462C-4DB7-819D-04D04E890D60}"/>
              </a:ext>
            </a:extLst>
          </p:cNvPr>
          <p:cNvSpPr/>
          <p:nvPr/>
        </p:nvSpPr>
        <p:spPr>
          <a:xfrm>
            <a:off x="6366958" y="4227975"/>
            <a:ext cx="83445" cy="45719"/>
          </a:xfrm>
          <a:prstGeom prst="rightArrow">
            <a:avLst/>
          </a:prstGeom>
          <a:scene3d>
            <a:camera prst="orthographicFront">
              <a:rot lat="0" lon="0" rev="189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31267A8B-AE95-48A0-A876-6F9EAFBB788B}"/>
              </a:ext>
            </a:extLst>
          </p:cNvPr>
          <p:cNvSpPr txBox="1"/>
          <p:nvPr/>
        </p:nvSpPr>
        <p:spPr>
          <a:xfrm>
            <a:off x="6482495" y="4609814"/>
            <a:ext cx="4920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Door Lock system</a:t>
            </a:r>
            <a:br>
              <a:rPr lang="en-US" sz="500" b="1" dirty="0"/>
            </a:br>
            <a:r>
              <a:rPr lang="en-US" sz="500" b="1" dirty="0"/>
              <a:t>OFF</a:t>
            </a:r>
          </a:p>
        </p:txBody>
      </p:sp>
      <p:sp>
        <p:nvSpPr>
          <p:cNvPr id="2050" name="Arrow: Right 2049">
            <a:extLst>
              <a:ext uri="{FF2B5EF4-FFF2-40B4-BE49-F238E27FC236}">
                <a16:creationId xmlns:a16="http://schemas.microsoft.com/office/drawing/2014/main" id="{29063786-3CE2-48D1-B398-040DF784D850}"/>
              </a:ext>
            </a:extLst>
          </p:cNvPr>
          <p:cNvSpPr/>
          <p:nvPr/>
        </p:nvSpPr>
        <p:spPr>
          <a:xfrm flipH="1">
            <a:off x="6609061" y="4488017"/>
            <a:ext cx="130051" cy="73934"/>
          </a:xfrm>
          <a:prstGeom prst="rightArrow">
            <a:avLst/>
          </a:prstGeom>
          <a:scene3d>
            <a:camera prst="orthographicFront">
              <a:rot lat="0" lon="0" rev="189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943D6B98-3A8D-42AD-8157-0CF9F319490F}"/>
              </a:ext>
            </a:extLst>
          </p:cNvPr>
          <p:cNvSpPr txBox="1"/>
          <p:nvPr/>
        </p:nvSpPr>
        <p:spPr>
          <a:xfrm>
            <a:off x="3524549" y="2673071"/>
            <a:ext cx="1441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Remove the connectors</a:t>
            </a:r>
          </a:p>
        </p:txBody>
      </p:sp>
      <p:sp>
        <p:nvSpPr>
          <p:cNvPr id="2052" name="Arrow: Right 2051">
            <a:extLst>
              <a:ext uri="{FF2B5EF4-FFF2-40B4-BE49-F238E27FC236}">
                <a16:creationId xmlns:a16="http://schemas.microsoft.com/office/drawing/2014/main" id="{B018CB42-E9F7-4B5D-ABD8-A9C59B13126F}"/>
              </a:ext>
            </a:extLst>
          </p:cNvPr>
          <p:cNvSpPr/>
          <p:nvPr/>
        </p:nvSpPr>
        <p:spPr>
          <a:xfrm>
            <a:off x="3359892" y="1809673"/>
            <a:ext cx="1929498" cy="147130"/>
          </a:xfrm>
          <a:prstGeom prst="rightArrow">
            <a:avLst>
              <a:gd name="adj1" fmla="val 50000"/>
              <a:gd name="adj2" fmla="val 57862"/>
            </a:avLst>
          </a:prstGeom>
          <a:scene3d>
            <a:camera prst="orthographicFront">
              <a:rot lat="0" lon="0" rev="36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3" name="Arrow: Right 2052">
            <a:extLst>
              <a:ext uri="{FF2B5EF4-FFF2-40B4-BE49-F238E27FC236}">
                <a16:creationId xmlns:a16="http://schemas.microsoft.com/office/drawing/2014/main" id="{A7695C25-3D7D-41CD-8E3C-2DF220FF732F}"/>
              </a:ext>
            </a:extLst>
          </p:cNvPr>
          <p:cNvSpPr/>
          <p:nvPr/>
        </p:nvSpPr>
        <p:spPr>
          <a:xfrm>
            <a:off x="3704545" y="2085638"/>
            <a:ext cx="1414431" cy="123287"/>
          </a:xfrm>
          <a:prstGeom prst="rightArrow">
            <a:avLst>
              <a:gd name="adj1" fmla="val 50000"/>
              <a:gd name="adj2" fmla="val 57862"/>
            </a:avLst>
          </a:prstGeom>
          <a:scene3d>
            <a:camera prst="orthographicFront">
              <a:rot lat="0" lon="0" rev="33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4" name="Arrow: Right 2053">
            <a:extLst>
              <a:ext uri="{FF2B5EF4-FFF2-40B4-BE49-F238E27FC236}">
                <a16:creationId xmlns:a16="http://schemas.microsoft.com/office/drawing/2014/main" id="{A6902186-7DF8-4D93-89BE-091B47315618}"/>
              </a:ext>
            </a:extLst>
          </p:cNvPr>
          <p:cNvSpPr/>
          <p:nvPr/>
        </p:nvSpPr>
        <p:spPr>
          <a:xfrm>
            <a:off x="4519384" y="3060855"/>
            <a:ext cx="548780" cy="122787"/>
          </a:xfrm>
          <a:prstGeom prst="rightArrow">
            <a:avLst>
              <a:gd name="adj1" fmla="val 50000"/>
              <a:gd name="adj2" fmla="val 57862"/>
            </a:avLst>
          </a:prstGeom>
          <a:scene3d>
            <a:camera prst="orthographicFront">
              <a:rot lat="0" lon="0" rev="7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5" name="Arrow: Right 2054">
            <a:extLst>
              <a:ext uri="{FF2B5EF4-FFF2-40B4-BE49-F238E27FC236}">
                <a16:creationId xmlns:a16="http://schemas.microsoft.com/office/drawing/2014/main" id="{2FC99F69-A524-427D-AE9F-BBEDD1E5CA63}"/>
              </a:ext>
            </a:extLst>
          </p:cNvPr>
          <p:cNvSpPr/>
          <p:nvPr/>
        </p:nvSpPr>
        <p:spPr>
          <a:xfrm>
            <a:off x="3785272" y="3290625"/>
            <a:ext cx="1293691" cy="125662"/>
          </a:xfrm>
          <a:prstGeom prst="rightArrow">
            <a:avLst>
              <a:gd name="adj1" fmla="val 50000"/>
              <a:gd name="adj2" fmla="val 57862"/>
            </a:avLst>
          </a:prstGeom>
          <a:scene3d>
            <a:camera prst="orthographicFront">
              <a:rot lat="0" lon="0" rev="78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6" name="TextBox 2055">
            <a:extLst>
              <a:ext uri="{FF2B5EF4-FFF2-40B4-BE49-F238E27FC236}">
                <a16:creationId xmlns:a16="http://schemas.microsoft.com/office/drawing/2014/main" id="{ADDD67BC-D1E4-4BFD-8613-EC4F490F613D}"/>
              </a:ext>
            </a:extLst>
          </p:cNvPr>
          <p:cNvSpPr txBox="1"/>
          <p:nvPr/>
        </p:nvSpPr>
        <p:spPr>
          <a:xfrm>
            <a:off x="8065318" y="6548072"/>
            <a:ext cx="241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Door Security System Arduino</a:t>
            </a:r>
          </a:p>
        </p:txBody>
      </p:sp>
      <p:sp>
        <p:nvSpPr>
          <p:cNvPr id="2057" name="TextBox 2056">
            <a:extLst>
              <a:ext uri="{FF2B5EF4-FFF2-40B4-BE49-F238E27FC236}">
                <a16:creationId xmlns:a16="http://schemas.microsoft.com/office/drawing/2014/main" id="{0591D1F5-93E9-4509-B533-06CC4CCC5B81}"/>
              </a:ext>
            </a:extLst>
          </p:cNvPr>
          <p:cNvSpPr txBox="1"/>
          <p:nvPr/>
        </p:nvSpPr>
        <p:spPr>
          <a:xfrm>
            <a:off x="8222659" y="68332"/>
            <a:ext cx="1751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Voice Control System</a:t>
            </a:r>
            <a:br>
              <a:rPr lang="en-US" sz="1400" b="1" dirty="0"/>
            </a:br>
            <a:r>
              <a:rPr lang="en-US" sz="1400" b="1" dirty="0"/>
              <a:t> Arduino</a:t>
            </a:r>
          </a:p>
        </p:txBody>
      </p:sp>
      <p:sp>
        <p:nvSpPr>
          <p:cNvPr id="2058" name="TextBox 2057">
            <a:extLst>
              <a:ext uri="{FF2B5EF4-FFF2-40B4-BE49-F238E27FC236}">
                <a16:creationId xmlns:a16="http://schemas.microsoft.com/office/drawing/2014/main" id="{FCA42F3F-0E78-43B0-B6A4-7265E31C0252}"/>
              </a:ext>
            </a:extLst>
          </p:cNvPr>
          <p:cNvSpPr txBox="1"/>
          <p:nvPr/>
        </p:nvSpPr>
        <p:spPr>
          <a:xfrm>
            <a:off x="11479744" y="3955728"/>
            <a:ext cx="1199046" cy="307777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1400" b="1" dirty="0"/>
              <a:t>(Range 30cm)</a:t>
            </a:r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55952E62-DF03-43A4-B1B8-72B56D9565AD}"/>
              </a:ext>
            </a:extLst>
          </p:cNvPr>
          <p:cNvSpPr txBox="1"/>
          <p:nvPr/>
        </p:nvSpPr>
        <p:spPr>
          <a:xfrm>
            <a:off x="10894991" y="1536964"/>
            <a:ext cx="1199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(Range 15cm)</a:t>
            </a: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EFF3C484-344D-4CE2-8789-7E0E8BE18394}"/>
              </a:ext>
            </a:extLst>
          </p:cNvPr>
          <p:cNvSpPr txBox="1"/>
          <p:nvPr/>
        </p:nvSpPr>
        <p:spPr>
          <a:xfrm>
            <a:off x="10872808" y="5234429"/>
            <a:ext cx="1199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(Range 15cm)</a:t>
            </a:r>
          </a:p>
        </p:txBody>
      </p:sp>
      <p:sp>
        <p:nvSpPr>
          <p:cNvPr id="2062" name="TextBox 2061">
            <a:extLst>
              <a:ext uri="{FF2B5EF4-FFF2-40B4-BE49-F238E27FC236}">
                <a16:creationId xmlns:a16="http://schemas.microsoft.com/office/drawing/2014/main" id="{85ACEEA0-4BC3-4223-BDCB-D309B0560441}"/>
              </a:ext>
            </a:extLst>
          </p:cNvPr>
          <p:cNvSpPr txBox="1"/>
          <p:nvPr/>
        </p:nvSpPr>
        <p:spPr>
          <a:xfrm>
            <a:off x="1177528" y="2740389"/>
            <a:ext cx="738985" cy="523220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(Range </a:t>
            </a:r>
            <a:br>
              <a:rPr lang="en-US" sz="1400" b="1" dirty="0"/>
            </a:br>
            <a:r>
              <a:rPr lang="en-US" sz="1400" b="1" dirty="0"/>
              <a:t>30cm)</a:t>
            </a:r>
          </a:p>
        </p:txBody>
      </p:sp>
      <p:sp>
        <p:nvSpPr>
          <p:cNvPr id="2063" name="TextBox 2062">
            <a:extLst>
              <a:ext uri="{FF2B5EF4-FFF2-40B4-BE49-F238E27FC236}">
                <a16:creationId xmlns:a16="http://schemas.microsoft.com/office/drawing/2014/main" id="{3C275158-E0DC-4C17-9D01-DC7CDC82DFB9}"/>
              </a:ext>
            </a:extLst>
          </p:cNvPr>
          <p:cNvSpPr txBox="1"/>
          <p:nvPr/>
        </p:nvSpPr>
        <p:spPr>
          <a:xfrm>
            <a:off x="-1070414" y="1775558"/>
            <a:ext cx="2495377" cy="52322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Manual Control</a:t>
            </a:r>
            <a:br>
              <a:rPr lang="en-US" sz="1400" b="1" dirty="0"/>
            </a:br>
            <a:r>
              <a:rPr lang="en-US" sz="1400" b="1" dirty="0"/>
              <a:t> System</a:t>
            </a:r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B1C686ED-2259-4254-9669-BCAF1E245915}"/>
              </a:ext>
            </a:extLst>
          </p:cNvPr>
          <p:cNvSpPr txBox="1"/>
          <p:nvPr/>
        </p:nvSpPr>
        <p:spPr>
          <a:xfrm>
            <a:off x="-517246" y="537379"/>
            <a:ext cx="1388457" cy="307777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1400" b="1" dirty="0"/>
              <a:t>Door Lock Servo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FB490D-1992-4F62-92F6-5E063FA981B4}"/>
              </a:ext>
            </a:extLst>
          </p:cNvPr>
          <p:cNvCxnSpPr/>
          <p:nvPr/>
        </p:nvCxnSpPr>
        <p:spPr>
          <a:xfrm>
            <a:off x="2393310" y="2510074"/>
            <a:ext cx="0" cy="2143152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30E621-DFF1-4347-86F9-3F38A039C1F1}"/>
              </a:ext>
            </a:extLst>
          </p:cNvPr>
          <p:cNvCxnSpPr>
            <a:cxnSpLocks/>
          </p:cNvCxnSpPr>
          <p:nvPr/>
        </p:nvCxnSpPr>
        <p:spPr>
          <a:xfrm>
            <a:off x="2393310" y="2503724"/>
            <a:ext cx="603891" cy="15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99F10E8-481C-4A4B-9065-EBDED46A4B4A}"/>
              </a:ext>
            </a:extLst>
          </p:cNvPr>
          <p:cNvCxnSpPr>
            <a:cxnSpLocks/>
          </p:cNvCxnSpPr>
          <p:nvPr/>
        </p:nvCxnSpPr>
        <p:spPr>
          <a:xfrm>
            <a:off x="2393310" y="4653227"/>
            <a:ext cx="603751" cy="296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D06E55E-DB10-4E19-8A32-6CBCB8A45E78}"/>
              </a:ext>
            </a:extLst>
          </p:cNvPr>
          <p:cNvCxnSpPr/>
          <p:nvPr/>
        </p:nvCxnSpPr>
        <p:spPr>
          <a:xfrm flipV="1">
            <a:off x="2999596" y="2510074"/>
            <a:ext cx="0" cy="2143152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D338BA7-A31A-491A-B35C-981BC55C5DF9}"/>
              </a:ext>
            </a:extLst>
          </p:cNvPr>
          <p:cNvSpPr txBox="1"/>
          <p:nvPr/>
        </p:nvSpPr>
        <p:spPr>
          <a:xfrm>
            <a:off x="3408898" y="5108743"/>
            <a:ext cx="118086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Manual to Voice Control Motor Driver Shifting Mechanism Switches</a:t>
            </a:r>
          </a:p>
        </p:txBody>
      </p:sp>
      <p:sp>
        <p:nvSpPr>
          <p:cNvPr id="412" name="Arrow: Right 411">
            <a:extLst>
              <a:ext uri="{FF2B5EF4-FFF2-40B4-BE49-F238E27FC236}">
                <a16:creationId xmlns:a16="http://schemas.microsoft.com/office/drawing/2014/main" id="{E183E03E-3708-4F5E-982B-34907541D961}"/>
              </a:ext>
            </a:extLst>
          </p:cNvPr>
          <p:cNvSpPr/>
          <p:nvPr/>
        </p:nvSpPr>
        <p:spPr>
          <a:xfrm>
            <a:off x="2930651" y="4757303"/>
            <a:ext cx="821109" cy="131111"/>
          </a:xfrm>
          <a:prstGeom prst="rightArrow">
            <a:avLst>
              <a:gd name="adj1" fmla="val 50000"/>
              <a:gd name="adj2" fmla="val 57862"/>
            </a:avLst>
          </a:prstGeom>
          <a:scene3d>
            <a:camera prst="orthographicFront">
              <a:rot lat="0" lon="0" rev="78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AFA512-E05E-4EF8-81AC-B4EC13C4E34C}"/>
              </a:ext>
            </a:extLst>
          </p:cNvPr>
          <p:cNvSpPr txBox="1"/>
          <p:nvPr/>
        </p:nvSpPr>
        <p:spPr>
          <a:xfrm flipH="1">
            <a:off x="1812126" y="2693835"/>
            <a:ext cx="1284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Manual </a:t>
            </a:r>
            <a:br>
              <a:rPr lang="en-US" sz="1000" b="1" dirty="0"/>
            </a:br>
            <a:r>
              <a:rPr lang="en-US" sz="1000" b="1" dirty="0"/>
              <a:t>Control</a:t>
            </a:r>
          </a:p>
        </p:txBody>
      </p:sp>
      <p:sp>
        <p:nvSpPr>
          <p:cNvPr id="415" name="Arrow: Right 414">
            <a:extLst>
              <a:ext uri="{FF2B5EF4-FFF2-40B4-BE49-F238E27FC236}">
                <a16:creationId xmlns:a16="http://schemas.microsoft.com/office/drawing/2014/main" id="{1AEB2A61-A3B4-49FB-9C48-73203A65913B}"/>
              </a:ext>
            </a:extLst>
          </p:cNvPr>
          <p:cNvSpPr/>
          <p:nvPr/>
        </p:nvSpPr>
        <p:spPr>
          <a:xfrm>
            <a:off x="2290510" y="3016909"/>
            <a:ext cx="358610" cy="80969"/>
          </a:xfrm>
          <a:prstGeom prst="rightArrow">
            <a:avLst/>
          </a:prstGeom>
          <a:scene3d>
            <a:camera prst="orthographicFront">
              <a:rot lat="0" lon="0" rev="189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13899C-36B4-4BD5-B32F-329275EDA593}"/>
              </a:ext>
            </a:extLst>
          </p:cNvPr>
          <p:cNvSpPr txBox="1"/>
          <p:nvPr/>
        </p:nvSpPr>
        <p:spPr>
          <a:xfrm>
            <a:off x="2458402" y="2222880"/>
            <a:ext cx="9028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Voice Control</a:t>
            </a: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F5E48F7B-6E6B-4490-96D8-5D7CDDDFA2FA}"/>
              </a:ext>
            </a:extLst>
          </p:cNvPr>
          <p:cNvSpPr/>
          <p:nvPr/>
        </p:nvSpPr>
        <p:spPr>
          <a:xfrm>
            <a:off x="2879411" y="2428232"/>
            <a:ext cx="77149" cy="8059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09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85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Fathin Ishrak</dc:creator>
  <cp:lastModifiedBy>Fathin Ishrak</cp:lastModifiedBy>
  <cp:revision>11</cp:revision>
  <dcterms:created xsi:type="dcterms:W3CDTF">2026-01-01T13:47:40Z</dcterms:created>
  <dcterms:modified xsi:type="dcterms:W3CDTF">2026-01-02T16:32:04Z</dcterms:modified>
</cp:coreProperties>
</file>